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26"/>
  </p:notesMasterIdLst>
  <p:handoutMasterIdLst>
    <p:handoutMasterId r:id="rId27"/>
  </p:handoutMasterIdLst>
  <p:sldIdLst>
    <p:sldId id="257" r:id="rId5"/>
    <p:sldId id="258" r:id="rId6"/>
    <p:sldId id="259" r:id="rId7"/>
    <p:sldId id="277" r:id="rId8"/>
    <p:sldId id="260" r:id="rId9"/>
    <p:sldId id="261" r:id="rId10"/>
    <p:sldId id="281" r:id="rId11"/>
    <p:sldId id="262" r:id="rId12"/>
    <p:sldId id="280" r:id="rId13"/>
    <p:sldId id="263" r:id="rId14"/>
    <p:sldId id="278" r:id="rId15"/>
    <p:sldId id="274" r:id="rId16"/>
    <p:sldId id="268" r:id="rId17"/>
    <p:sldId id="272" r:id="rId18"/>
    <p:sldId id="275" r:id="rId19"/>
    <p:sldId id="267" r:id="rId20"/>
    <p:sldId id="279" r:id="rId21"/>
    <p:sldId id="276" r:id="rId22"/>
    <p:sldId id="264" r:id="rId23"/>
    <p:sldId id="282" r:id="rId24"/>
    <p:sldId id="265" r:id="rId2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p:cViewPr varScale="1">
        <p:scale>
          <a:sx n="82" d="100"/>
          <a:sy n="82" d="100"/>
        </p:scale>
        <p:origin x="720" y="72"/>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232336811557095E-2"/>
          <c:y val="0.18210922245288058"/>
          <c:w val="0.90679747348654594"/>
          <c:h val="0.643571413890202"/>
        </c:manualLayout>
      </c:layout>
      <c:barChart>
        <c:barDir val="col"/>
        <c:grouping val="clustered"/>
        <c:varyColors val="0"/>
        <c:ser>
          <c:idx val="0"/>
          <c:order val="0"/>
          <c:tx>
            <c:strRef>
              <c:f>Sheet1!$B$1</c:f>
              <c:strCache>
                <c:ptCount val="1"/>
                <c:pt idx="0">
                  <c:v>male</c:v>
                </c:pt>
              </c:strCache>
            </c:strRef>
          </c:tx>
          <c:spPr>
            <a:solidFill>
              <a:schemeClr val="accent1"/>
            </a:solidFill>
            <a:ln>
              <a:solidFill>
                <a:schemeClr val="accent1"/>
              </a:solidFill>
            </a:ln>
            <a:effectLst/>
          </c:spPr>
          <c:invertIfNegative val="0"/>
          <c:cat>
            <c:strRef>
              <c:f>Sheet1!$A$2:$A$7</c:f>
              <c:strCache>
                <c:ptCount val="6"/>
                <c:pt idx="0">
                  <c:v>deaths</c:v>
                </c:pt>
                <c:pt idx="1">
                  <c:v>cancer</c:v>
                </c:pt>
                <c:pt idx="2">
                  <c:v>Cardiovascular and Metabolic</c:v>
                </c:pt>
                <c:pt idx="3">
                  <c:v>Respiratory</c:v>
                </c:pt>
                <c:pt idx="4">
                  <c:v>Perinatal Conditions</c:v>
                </c:pt>
                <c:pt idx="5">
                  <c:v>Secondhand smoke</c:v>
                </c:pt>
              </c:strCache>
            </c:strRef>
          </c:cat>
          <c:val>
            <c:numRef>
              <c:f>Sheet1!$B$2:$B$7</c:f>
              <c:numCache>
                <c:formatCode>#,##0</c:formatCode>
                <c:ptCount val="6"/>
                <c:pt idx="0">
                  <c:v>278544</c:v>
                </c:pt>
                <c:pt idx="1">
                  <c:v>100300</c:v>
                </c:pt>
                <c:pt idx="2">
                  <c:v>95600</c:v>
                </c:pt>
                <c:pt idx="3">
                  <c:v>58200</c:v>
                </c:pt>
                <c:pt idx="4" formatCode="General">
                  <c:v>582</c:v>
                </c:pt>
                <c:pt idx="5">
                  <c:v>23526</c:v>
                </c:pt>
              </c:numCache>
            </c:numRef>
          </c:val>
          <c:extLst>
            <c:ext xmlns:c16="http://schemas.microsoft.com/office/drawing/2014/chart" uri="{C3380CC4-5D6E-409C-BE32-E72D297353CC}">
              <c16:uniqueId val="{00000000-B7F2-43E0-AD04-57A905291D54}"/>
            </c:ext>
          </c:extLst>
        </c:ser>
        <c:ser>
          <c:idx val="1"/>
          <c:order val="1"/>
          <c:tx>
            <c:strRef>
              <c:f>Sheet1!$C$1</c:f>
              <c:strCache>
                <c:ptCount val="1"/>
                <c:pt idx="0">
                  <c:v>female</c:v>
                </c:pt>
              </c:strCache>
            </c:strRef>
          </c:tx>
          <c:spPr>
            <a:solidFill>
              <a:schemeClr val="accent1">
                <a:lumMod val="20000"/>
                <a:lumOff val="80000"/>
              </a:schemeClr>
            </a:solidFill>
            <a:ln>
              <a:solidFill>
                <a:schemeClr val="accent1">
                  <a:lumMod val="20000"/>
                  <a:lumOff val="80000"/>
                </a:schemeClr>
              </a:solidFill>
            </a:ln>
            <a:effectLst/>
          </c:spPr>
          <c:invertIfNegative val="0"/>
          <c:cat>
            <c:strRef>
              <c:f>Sheet1!$A$2:$A$7</c:f>
              <c:strCache>
                <c:ptCount val="6"/>
                <c:pt idx="0">
                  <c:v>deaths</c:v>
                </c:pt>
                <c:pt idx="1">
                  <c:v>cancer</c:v>
                </c:pt>
                <c:pt idx="2">
                  <c:v>Cardiovascular and Metabolic</c:v>
                </c:pt>
                <c:pt idx="3">
                  <c:v>Respiratory</c:v>
                </c:pt>
                <c:pt idx="4">
                  <c:v>Perinatal Conditions</c:v>
                </c:pt>
                <c:pt idx="5">
                  <c:v>Secondhand smoke</c:v>
                </c:pt>
              </c:strCache>
            </c:strRef>
          </c:cat>
          <c:val>
            <c:numRef>
              <c:f>Sheet1!$C$2:$C$7</c:f>
              <c:numCache>
                <c:formatCode>#,##0</c:formatCode>
                <c:ptCount val="6"/>
                <c:pt idx="0">
                  <c:v>201773</c:v>
                </c:pt>
                <c:pt idx="1">
                  <c:v>63400</c:v>
                </c:pt>
                <c:pt idx="2">
                  <c:v>65000</c:v>
                </c:pt>
                <c:pt idx="3">
                  <c:v>54900</c:v>
                </c:pt>
                <c:pt idx="4" formatCode="General">
                  <c:v>431</c:v>
                </c:pt>
                <c:pt idx="5">
                  <c:v>17758</c:v>
                </c:pt>
              </c:numCache>
            </c:numRef>
          </c:val>
          <c:extLst>
            <c:ext xmlns:c16="http://schemas.microsoft.com/office/drawing/2014/chart" uri="{C3380CC4-5D6E-409C-BE32-E72D297353CC}">
              <c16:uniqueId val="{00000001-B7F2-43E0-AD04-57A905291D54}"/>
            </c:ext>
          </c:extLst>
        </c:ser>
        <c:ser>
          <c:idx val="2"/>
          <c:order val="2"/>
          <c:tx>
            <c:strRef>
              <c:f>Sheet1!$D$1</c:f>
              <c:strCache>
                <c:ptCount val="1"/>
                <c:pt idx="0">
                  <c:v>total</c:v>
                </c:pt>
              </c:strCache>
            </c:strRef>
          </c:tx>
          <c:spPr>
            <a:solidFill>
              <a:schemeClr val="accent1">
                <a:lumMod val="40000"/>
                <a:lumOff val="60000"/>
              </a:schemeClr>
            </a:solidFill>
            <a:ln>
              <a:solidFill>
                <a:schemeClr val="accent1">
                  <a:lumMod val="40000"/>
                  <a:lumOff val="60000"/>
                </a:schemeClr>
              </a:solidFill>
            </a:ln>
            <a:effectLst/>
          </c:spPr>
          <c:invertIfNegative val="0"/>
          <c:cat>
            <c:strRef>
              <c:f>Sheet1!$A$2:$A$7</c:f>
              <c:strCache>
                <c:ptCount val="6"/>
                <c:pt idx="0">
                  <c:v>deaths</c:v>
                </c:pt>
                <c:pt idx="1">
                  <c:v>cancer</c:v>
                </c:pt>
                <c:pt idx="2">
                  <c:v>Cardiovascular and Metabolic</c:v>
                </c:pt>
                <c:pt idx="3">
                  <c:v>Respiratory</c:v>
                </c:pt>
                <c:pt idx="4">
                  <c:v>Perinatal Conditions</c:v>
                </c:pt>
                <c:pt idx="5">
                  <c:v>Secondhand smoke</c:v>
                </c:pt>
              </c:strCache>
            </c:strRef>
          </c:cat>
          <c:val>
            <c:numRef>
              <c:f>Sheet1!$D$2:$D$7</c:f>
              <c:numCache>
                <c:formatCode>#,##0</c:formatCode>
                <c:ptCount val="6"/>
                <c:pt idx="0">
                  <c:v>480317</c:v>
                </c:pt>
                <c:pt idx="1">
                  <c:v>163700</c:v>
                </c:pt>
                <c:pt idx="2">
                  <c:v>160000</c:v>
                </c:pt>
                <c:pt idx="3">
                  <c:v>113100</c:v>
                </c:pt>
                <c:pt idx="4">
                  <c:v>1013</c:v>
                </c:pt>
                <c:pt idx="5">
                  <c:v>41284</c:v>
                </c:pt>
              </c:numCache>
            </c:numRef>
          </c:val>
          <c:extLst>
            <c:ext xmlns:c16="http://schemas.microsoft.com/office/drawing/2014/chart" uri="{C3380CC4-5D6E-409C-BE32-E72D297353CC}">
              <c16:uniqueId val="{00000002-B7F2-43E0-AD04-57A905291D54}"/>
            </c:ext>
          </c:extLst>
        </c:ser>
        <c:dLbls>
          <c:showLegendKey val="0"/>
          <c:showVal val="0"/>
          <c:showCatName val="0"/>
          <c:showSerName val="0"/>
          <c:showPercent val="0"/>
          <c:showBubbleSize val="0"/>
        </c:dLbls>
        <c:gapWidth val="219"/>
        <c:overlap val="-27"/>
        <c:axId val="410944760"/>
        <c:axId val="410945744"/>
      </c:barChart>
      <c:catAx>
        <c:axId val="410944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10945744"/>
        <c:crosses val="autoZero"/>
        <c:auto val="1"/>
        <c:lblAlgn val="ctr"/>
        <c:lblOffset val="100"/>
        <c:noMultiLvlLbl val="0"/>
      </c:catAx>
      <c:valAx>
        <c:axId val="41094574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10944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1" Type="http://schemas.openxmlformats.org/officeDocument/2006/relationships/hyperlink" Target="mailto:ali.Ismail@rhhs.edu.lb" TargetMode="External"/></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1" Type="http://schemas.openxmlformats.org/officeDocument/2006/relationships/hyperlink" Target="mailto:ali.Ismail@rhhs.edu.lb" TargetMode="External"/></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372A8F-93FB-49AF-A0AA-12B52560862B}"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0914BCC-1F32-48CB-9DF8-8E8BFCA0381B}">
      <dgm:prSet/>
      <dgm:spPr/>
      <dgm:t>
        <a:bodyPr/>
        <a:lstStyle/>
        <a:p>
          <a:r>
            <a:rPr lang="en-US" b="1" dirty="0">
              <a:latin typeface="Bierstadt" panose="020B0004020202020204" pitchFamily="34" charset="0"/>
            </a:rPr>
            <a:t>Name</a:t>
          </a:r>
          <a:r>
            <a:rPr lang="en-US" dirty="0">
              <a:latin typeface="Bierstadt" panose="020B0004020202020204" pitchFamily="34" charset="0"/>
            </a:rPr>
            <a:t> : Ali Ismail</a:t>
          </a:r>
        </a:p>
      </dgm:t>
    </dgm:pt>
    <dgm:pt modelId="{6361A5DD-E781-459E-A536-1E1592C89133}" type="parTrans" cxnId="{D7100565-4112-4D39-898A-FFB0345509C9}">
      <dgm:prSet/>
      <dgm:spPr/>
      <dgm:t>
        <a:bodyPr/>
        <a:lstStyle/>
        <a:p>
          <a:endParaRPr lang="en-US"/>
        </a:p>
      </dgm:t>
    </dgm:pt>
    <dgm:pt modelId="{0B2502E9-52C9-4625-B363-88DB9F866359}" type="sibTrans" cxnId="{D7100565-4112-4D39-898A-FFB0345509C9}">
      <dgm:prSet/>
      <dgm:spPr/>
      <dgm:t>
        <a:bodyPr/>
        <a:lstStyle/>
        <a:p>
          <a:endParaRPr lang="en-US"/>
        </a:p>
      </dgm:t>
    </dgm:pt>
    <dgm:pt modelId="{3338F71A-6D97-41CF-8DEA-BBC4554123D1}">
      <dgm:prSet/>
      <dgm:spPr/>
      <dgm:t>
        <a:bodyPr/>
        <a:lstStyle/>
        <a:p>
          <a:r>
            <a:rPr lang="en-US" b="1" dirty="0">
              <a:latin typeface="Bierstadt" panose="020B0004020202020204" pitchFamily="34" charset="0"/>
            </a:rPr>
            <a:t>Age</a:t>
          </a:r>
          <a:r>
            <a:rPr lang="en-US" dirty="0">
              <a:latin typeface="Bierstadt" panose="020B0004020202020204" pitchFamily="34" charset="0"/>
            </a:rPr>
            <a:t> : 16  </a:t>
          </a:r>
        </a:p>
      </dgm:t>
    </dgm:pt>
    <dgm:pt modelId="{8E60A089-1EFA-4908-8633-EAB2A4D07B5A}" type="parTrans" cxnId="{6804D3EA-5FCD-4CF5-99A7-40A366B7AB18}">
      <dgm:prSet/>
      <dgm:spPr/>
      <dgm:t>
        <a:bodyPr/>
        <a:lstStyle/>
        <a:p>
          <a:endParaRPr lang="en-US"/>
        </a:p>
      </dgm:t>
    </dgm:pt>
    <dgm:pt modelId="{042984B7-DA80-4B11-B3A6-BC65AB985558}" type="sibTrans" cxnId="{6804D3EA-5FCD-4CF5-99A7-40A366B7AB18}">
      <dgm:prSet/>
      <dgm:spPr/>
      <dgm:t>
        <a:bodyPr/>
        <a:lstStyle/>
        <a:p>
          <a:endParaRPr lang="en-US"/>
        </a:p>
      </dgm:t>
    </dgm:pt>
    <dgm:pt modelId="{A9794A11-92B2-48E6-BFA6-F9C777D6886D}">
      <dgm:prSet/>
      <dgm:spPr/>
      <dgm:t>
        <a:bodyPr/>
        <a:lstStyle/>
        <a:p>
          <a:r>
            <a:rPr lang="en-US" b="1" dirty="0">
              <a:latin typeface="Bierstadt" panose="020B0004020202020204" pitchFamily="34" charset="0"/>
            </a:rPr>
            <a:t>Location</a:t>
          </a:r>
          <a:r>
            <a:rPr lang="en-US" dirty="0">
              <a:latin typeface="Bierstadt" panose="020B0004020202020204" pitchFamily="34" charset="0"/>
            </a:rPr>
            <a:t> : Lebanon</a:t>
          </a:r>
        </a:p>
      </dgm:t>
    </dgm:pt>
    <dgm:pt modelId="{42DE6F23-04AE-4678-9E43-0EB46EADEDD4}" type="parTrans" cxnId="{BB45756A-6293-47FB-BB52-F87A68816993}">
      <dgm:prSet/>
      <dgm:spPr/>
      <dgm:t>
        <a:bodyPr/>
        <a:lstStyle/>
        <a:p>
          <a:endParaRPr lang="en-US"/>
        </a:p>
      </dgm:t>
    </dgm:pt>
    <dgm:pt modelId="{F927B456-29BC-491F-B868-B1B870E076E8}" type="sibTrans" cxnId="{BB45756A-6293-47FB-BB52-F87A68816993}">
      <dgm:prSet/>
      <dgm:spPr/>
      <dgm:t>
        <a:bodyPr/>
        <a:lstStyle/>
        <a:p>
          <a:endParaRPr lang="en-US"/>
        </a:p>
      </dgm:t>
    </dgm:pt>
    <dgm:pt modelId="{53D88B5B-C966-4CB7-A6D4-F8CB20CC1537}">
      <dgm:prSet/>
      <dgm:spPr/>
      <dgm:t>
        <a:bodyPr/>
        <a:lstStyle/>
        <a:p>
          <a:r>
            <a:rPr lang="en-US" b="1" dirty="0">
              <a:latin typeface="Bierstadt" panose="020B0004020202020204" pitchFamily="34" charset="0"/>
            </a:rPr>
            <a:t>Age Group</a:t>
          </a:r>
          <a:r>
            <a:rPr lang="en-US" dirty="0">
              <a:latin typeface="Bierstadt" panose="020B0004020202020204" pitchFamily="34" charset="0"/>
            </a:rPr>
            <a:t> : 15-18 group</a:t>
          </a:r>
        </a:p>
      </dgm:t>
    </dgm:pt>
    <dgm:pt modelId="{52C377EB-6982-46CE-9A17-8D71FE154B5E}" type="parTrans" cxnId="{A2D9121C-A099-406B-9FF8-833C03870830}">
      <dgm:prSet/>
      <dgm:spPr/>
      <dgm:t>
        <a:bodyPr/>
        <a:lstStyle/>
        <a:p>
          <a:endParaRPr lang="en-US"/>
        </a:p>
      </dgm:t>
    </dgm:pt>
    <dgm:pt modelId="{4A6E5B7A-94AC-4EF9-BA84-FC501F22EC85}" type="sibTrans" cxnId="{A2D9121C-A099-406B-9FF8-833C03870830}">
      <dgm:prSet/>
      <dgm:spPr/>
      <dgm:t>
        <a:bodyPr/>
        <a:lstStyle/>
        <a:p>
          <a:endParaRPr lang="en-US"/>
        </a:p>
      </dgm:t>
    </dgm:pt>
    <dgm:pt modelId="{A3780737-B7F3-46B7-BFAF-23D6665E0EAE}">
      <dgm:prSet/>
      <dgm:spPr/>
      <dgm:t>
        <a:bodyPr/>
        <a:lstStyle/>
        <a:p>
          <a:r>
            <a:rPr lang="en-US" b="1" dirty="0">
              <a:latin typeface="Bierstadt" panose="020B0004020202020204" pitchFamily="34" charset="0"/>
            </a:rPr>
            <a:t>Email</a:t>
          </a:r>
          <a:r>
            <a:rPr lang="en-US" dirty="0">
              <a:latin typeface="Bierstadt" panose="020B0004020202020204" pitchFamily="34" charset="0"/>
            </a:rPr>
            <a:t> : </a:t>
          </a:r>
          <a:r>
            <a:rPr lang="en-US" dirty="0">
              <a:latin typeface="Bierstadt" panose="020B0004020202020204" pitchFamily="34" charset="0"/>
              <a:hlinkClick xmlns:r="http://schemas.openxmlformats.org/officeDocument/2006/relationships" r:id="rId1"/>
            </a:rPr>
            <a:t>ali.ismail@rhhs.edu.lb</a:t>
          </a:r>
          <a:endParaRPr lang="en-US" dirty="0">
            <a:latin typeface="Bierstadt" panose="020B0004020202020204" pitchFamily="34" charset="0"/>
          </a:endParaRPr>
        </a:p>
      </dgm:t>
    </dgm:pt>
    <dgm:pt modelId="{917CAF18-3870-4A67-B18A-9FDAA7B4BFA1}" type="parTrans" cxnId="{ABBA6E3B-BB3E-417E-8777-8916358E5F44}">
      <dgm:prSet/>
      <dgm:spPr/>
      <dgm:t>
        <a:bodyPr/>
        <a:lstStyle/>
        <a:p>
          <a:endParaRPr lang="en-US"/>
        </a:p>
      </dgm:t>
    </dgm:pt>
    <dgm:pt modelId="{A829DB11-8E9E-465B-B2CB-DCF60F61750E}" type="sibTrans" cxnId="{ABBA6E3B-BB3E-417E-8777-8916358E5F44}">
      <dgm:prSet/>
      <dgm:spPr/>
      <dgm:t>
        <a:bodyPr/>
        <a:lstStyle/>
        <a:p>
          <a:endParaRPr lang="en-US"/>
        </a:p>
      </dgm:t>
    </dgm:pt>
    <dgm:pt modelId="{0AE652B4-27F3-4289-A0B4-BDD791013A3D}">
      <dgm:prSet/>
      <dgm:spPr/>
      <dgm:t>
        <a:bodyPr/>
        <a:lstStyle/>
        <a:p>
          <a:r>
            <a:rPr lang="en-US" b="1" dirty="0">
              <a:latin typeface="Bierstadt" panose="020B0004020202020204" pitchFamily="34" charset="0"/>
            </a:rPr>
            <a:t>Goal</a:t>
          </a:r>
          <a:r>
            <a:rPr lang="en-US" dirty="0">
              <a:latin typeface="Bierstadt" panose="020B0004020202020204" pitchFamily="34" charset="0"/>
            </a:rPr>
            <a:t> : Goal 3-Good health &amp; Well-being</a:t>
          </a:r>
        </a:p>
      </dgm:t>
    </dgm:pt>
    <dgm:pt modelId="{4F0E5BB6-292E-4982-B859-D56B98C98996}" type="parTrans" cxnId="{E2163FD2-25DD-4E24-83A9-56D70FC17FB9}">
      <dgm:prSet/>
      <dgm:spPr/>
      <dgm:t>
        <a:bodyPr/>
        <a:lstStyle/>
        <a:p>
          <a:endParaRPr lang="en-US"/>
        </a:p>
      </dgm:t>
    </dgm:pt>
    <dgm:pt modelId="{C7EB21C6-72EF-4DF0-BDE0-127CFCBF24A1}" type="sibTrans" cxnId="{E2163FD2-25DD-4E24-83A9-56D70FC17FB9}">
      <dgm:prSet/>
      <dgm:spPr/>
      <dgm:t>
        <a:bodyPr/>
        <a:lstStyle/>
        <a:p>
          <a:endParaRPr lang="en-US"/>
        </a:p>
      </dgm:t>
    </dgm:pt>
    <dgm:pt modelId="{D949B530-FE54-4A06-81DA-A47978E4AFA0}" type="pres">
      <dgm:prSet presAssocID="{DD372A8F-93FB-49AF-A0AA-12B52560862B}" presName="vert0" presStyleCnt="0">
        <dgm:presLayoutVars>
          <dgm:dir/>
          <dgm:animOne val="branch"/>
          <dgm:animLvl val="lvl"/>
        </dgm:presLayoutVars>
      </dgm:prSet>
      <dgm:spPr/>
    </dgm:pt>
    <dgm:pt modelId="{5B002469-91F2-4BC2-8BC0-4F4F268F7054}" type="pres">
      <dgm:prSet presAssocID="{40914BCC-1F32-48CB-9DF8-8E8BFCA0381B}" presName="thickLine" presStyleLbl="alignNode1" presStyleIdx="0" presStyleCnt="6"/>
      <dgm:spPr/>
    </dgm:pt>
    <dgm:pt modelId="{CD7A9485-C597-487B-A404-87E921EE371A}" type="pres">
      <dgm:prSet presAssocID="{40914BCC-1F32-48CB-9DF8-8E8BFCA0381B}" presName="horz1" presStyleCnt="0"/>
      <dgm:spPr/>
    </dgm:pt>
    <dgm:pt modelId="{7B0EA5E3-615F-4AE7-8C32-76B2C4B47DC7}" type="pres">
      <dgm:prSet presAssocID="{40914BCC-1F32-48CB-9DF8-8E8BFCA0381B}" presName="tx1" presStyleLbl="revTx" presStyleIdx="0" presStyleCnt="6"/>
      <dgm:spPr/>
    </dgm:pt>
    <dgm:pt modelId="{E0E9730F-ECE5-46EE-8B24-632317F88B3B}" type="pres">
      <dgm:prSet presAssocID="{40914BCC-1F32-48CB-9DF8-8E8BFCA0381B}" presName="vert1" presStyleCnt="0"/>
      <dgm:spPr/>
    </dgm:pt>
    <dgm:pt modelId="{55191360-280E-4C50-A983-026483BB5748}" type="pres">
      <dgm:prSet presAssocID="{3338F71A-6D97-41CF-8DEA-BBC4554123D1}" presName="thickLine" presStyleLbl="alignNode1" presStyleIdx="1" presStyleCnt="6"/>
      <dgm:spPr/>
    </dgm:pt>
    <dgm:pt modelId="{9A048AD3-A697-4F91-BB46-69AC6B6668F4}" type="pres">
      <dgm:prSet presAssocID="{3338F71A-6D97-41CF-8DEA-BBC4554123D1}" presName="horz1" presStyleCnt="0"/>
      <dgm:spPr/>
    </dgm:pt>
    <dgm:pt modelId="{58698348-0A02-46D2-8BF2-82EF16DBDEDE}" type="pres">
      <dgm:prSet presAssocID="{3338F71A-6D97-41CF-8DEA-BBC4554123D1}" presName="tx1" presStyleLbl="revTx" presStyleIdx="1" presStyleCnt="6"/>
      <dgm:spPr/>
    </dgm:pt>
    <dgm:pt modelId="{6AF00BB5-F304-4D99-948A-A41B13A6E4B5}" type="pres">
      <dgm:prSet presAssocID="{3338F71A-6D97-41CF-8DEA-BBC4554123D1}" presName="vert1" presStyleCnt="0"/>
      <dgm:spPr/>
    </dgm:pt>
    <dgm:pt modelId="{6A4CBCAE-D96A-44F2-8156-90D81CC19073}" type="pres">
      <dgm:prSet presAssocID="{A9794A11-92B2-48E6-BFA6-F9C777D6886D}" presName="thickLine" presStyleLbl="alignNode1" presStyleIdx="2" presStyleCnt="6"/>
      <dgm:spPr/>
    </dgm:pt>
    <dgm:pt modelId="{9D69EBE1-506F-4199-829A-53F1FEF30477}" type="pres">
      <dgm:prSet presAssocID="{A9794A11-92B2-48E6-BFA6-F9C777D6886D}" presName="horz1" presStyleCnt="0"/>
      <dgm:spPr/>
    </dgm:pt>
    <dgm:pt modelId="{248E4C70-80C5-4467-8032-756D21846B2A}" type="pres">
      <dgm:prSet presAssocID="{A9794A11-92B2-48E6-BFA6-F9C777D6886D}" presName="tx1" presStyleLbl="revTx" presStyleIdx="2" presStyleCnt="6"/>
      <dgm:spPr/>
    </dgm:pt>
    <dgm:pt modelId="{14E749CC-D1E1-4419-9EA5-B3B99A58819F}" type="pres">
      <dgm:prSet presAssocID="{A9794A11-92B2-48E6-BFA6-F9C777D6886D}" presName="vert1" presStyleCnt="0"/>
      <dgm:spPr/>
    </dgm:pt>
    <dgm:pt modelId="{F0F24AE5-5FBB-4A8E-8AC9-C26314DDE4EA}" type="pres">
      <dgm:prSet presAssocID="{53D88B5B-C966-4CB7-A6D4-F8CB20CC1537}" presName="thickLine" presStyleLbl="alignNode1" presStyleIdx="3" presStyleCnt="6"/>
      <dgm:spPr/>
    </dgm:pt>
    <dgm:pt modelId="{A543C4A7-F39F-4D1B-8372-381C6DD04182}" type="pres">
      <dgm:prSet presAssocID="{53D88B5B-C966-4CB7-A6D4-F8CB20CC1537}" presName="horz1" presStyleCnt="0"/>
      <dgm:spPr/>
    </dgm:pt>
    <dgm:pt modelId="{38FB41C8-5D00-47AA-9393-4344DB1D1839}" type="pres">
      <dgm:prSet presAssocID="{53D88B5B-C966-4CB7-A6D4-F8CB20CC1537}" presName="tx1" presStyleLbl="revTx" presStyleIdx="3" presStyleCnt="6"/>
      <dgm:spPr/>
    </dgm:pt>
    <dgm:pt modelId="{EF37711C-BE48-4A7A-847B-FB8A3475ADEE}" type="pres">
      <dgm:prSet presAssocID="{53D88B5B-C966-4CB7-A6D4-F8CB20CC1537}" presName="vert1" presStyleCnt="0"/>
      <dgm:spPr/>
    </dgm:pt>
    <dgm:pt modelId="{0E51F6AC-9C17-48AF-BFAA-34B4840DE852}" type="pres">
      <dgm:prSet presAssocID="{A3780737-B7F3-46B7-BFAF-23D6665E0EAE}" presName="thickLine" presStyleLbl="alignNode1" presStyleIdx="4" presStyleCnt="6"/>
      <dgm:spPr/>
    </dgm:pt>
    <dgm:pt modelId="{7B2EDF51-F0E4-4D86-85F9-B0C7A23759A9}" type="pres">
      <dgm:prSet presAssocID="{A3780737-B7F3-46B7-BFAF-23D6665E0EAE}" presName="horz1" presStyleCnt="0"/>
      <dgm:spPr/>
    </dgm:pt>
    <dgm:pt modelId="{5784202B-0978-4037-BFCF-3A385FFC8807}" type="pres">
      <dgm:prSet presAssocID="{A3780737-B7F3-46B7-BFAF-23D6665E0EAE}" presName="tx1" presStyleLbl="revTx" presStyleIdx="4" presStyleCnt="6"/>
      <dgm:spPr/>
    </dgm:pt>
    <dgm:pt modelId="{1E4A90B6-C371-4093-9133-237DBF1752EF}" type="pres">
      <dgm:prSet presAssocID="{A3780737-B7F3-46B7-BFAF-23D6665E0EAE}" presName="vert1" presStyleCnt="0"/>
      <dgm:spPr/>
    </dgm:pt>
    <dgm:pt modelId="{510432B1-1D95-4765-AEA5-03EC6D2F4AC5}" type="pres">
      <dgm:prSet presAssocID="{0AE652B4-27F3-4289-A0B4-BDD791013A3D}" presName="thickLine" presStyleLbl="alignNode1" presStyleIdx="5" presStyleCnt="6"/>
      <dgm:spPr/>
    </dgm:pt>
    <dgm:pt modelId="{BF071FF6-E637-4A73-B17F-2AE2CDC10F0D}" type="pres">
      <dgm:prSet presAssocID="{0AE652B4-27F3-4289-A0B4-BDD791013A3D}" presName="horz1" presStyleCnt="0"/>
      <dgm:spPr/>
    </dgm:pt>
    <dgm:pt modelId="{25F69767-2939-4B63-AB09-B26823A551A0}" type="pres">
      <dgm:prSet presAssocID="{0AE652B4-27F3-4289-A0B4-BDD791013A3D}" presName="tx1" presStyleLbl="revTx" presStyleIdx="5" presStyleCnt="6"/>
      <dgm:spPr/>
    </dgm:pt>
    <dgm:pt modelId="{87211BCA-CBD7-4D74-B60D-1D287D16A533}" type="pres">
      <dgm:prSet presAssocID="{0AE652B4-27F3-4289-A0B4-BDD791013A3D}" presName="vert1" presStyleCnt="0"/>
      <dgm:spPr/>
    </dgm:pt>
  </dgm:ptLst>
  <dgm:cxnLst>
    <dgm:cxn modelId="{A2D9121C-A099-406B-9FF8-833C03870830}" srcId="{DD372A8F-93FB-49AF-A0AA-12B52560862B}" destId="{53D88B5B-C966-4CB7-A6D4-F8CB20CC1537}" srcOrd="3" destOrd="0" parTransId="{52C377EB-6982-46CE-9A17-8D71FE154B5E}" sibTransId="{4A6E5B7A-94AC-4EF9-BA84-FC501F22EC85}"/>
    <dgm:cxn modelId="{6BFC9C2A-4D5F-4AE5-9D91-03759EED4F8C}" type="presOf" srcId="{40914BCC-1F32-48CB-9DF8-8E8BFCA0381B}" destId="{7B0EA5E3-615F-4AE7-8C32-76B2C4B47DC7}" srcOrd="0" destOrd="0" presId="urn:microsoft.com/office/officeart/2008/layout/LinedList"/>
    <dgm:cxn modelId="{ABBA6E3B-BB3E-417E-8777-8916358E5F44}" srcId="{DD372A8F-93FB-49AF-A0AA-12B52560862B}" destId="{A3780737-B7F3-46B7-BFAF-23D6665E0EAE}" srcOrd="4" destOrd="0" parTransId="{917CAF18-3870-4A67-B18A-9FDAA7B4BFA1}" sibTransId="{A829DB11-8E9E-465B-B2CB-DCF60F61750E}"/>
    <dgm:cxn modelId="{C7642640-FBE6-42D7-A76D-CA9E18BFE4D1}" type="presOf" srcId="{A3780737-B7F3-46B7-BFAF-23D6665E0EAE}" destId="{5784202B-0978-4037-BFCF-3A385FFC8807}" srcOrd="0" destOrd="0" presId="urn:microsoft.com/office/officeart/2008/layout/LinedList"/>
    <dgm:cxn modelId="{D7100565-4112-4D39-898A-FFB0345509C9}" srcId="{DD372A8F-93FB-49AF-A0AA-12B52560862B}" destId="{40914BCC-1F32-48CB-9DF8-8E8BFCA0381B}" srcOrd="0" destOrd="0" parTransId="{6361A5DD-E781-459E-A536-1E1592C89133}" sibTransId="{0B2502E9-52C9-4625-B363-88DB9F866359}"/>
    <dgm:cxn modelId="{BB45756A-6293-47FB-BB52-F87A68816993}" srcId="{DD372A8F-93FB-49AF-A0AA-12B52560862B}" destId="{A9794A11-92B2-48E6-BFA6-F9C777D6886D}" srcOrd="2" destOrd="0" parTransId="{42DE6F23-04AE-4678-9E43-0EB46EADEDD4}" sibTransId="{F927B456-29BC-491F-B868-B1B870E076E8}"/>
    <dgm:cxn modelId="{BA744AAA-0008-4FC0-9FE6-8895ABA6BD72}" type="presOf" srcId="{0AE652B4-27F3-4289-A0B4-BDD791013A3D}" destId="{25F69767-2939-4B63-AB09-B26823A551A0}" srcOrd="0" destOrd="0" presId="urn:microsoft.com/office/officeart/2008/layout/LinedList"/>
    <dgm:cxn modelId="{C43201AC-BB89-4DA2-AD95-7EEAB31B633A}" type="presOf" srcId="{53D88B5B-C966-4CB7-A6D4-F8CB20CC1537}" destId="{38FB41C8-5D00-47AA-9393-4344DB1D1839}" srcOrd="0" destOrd="0" presId="urn:microsoft.com/office/officeart/2008/layout/LinedList"/>
    <dgm:cxn modelId="{DFDE2DBD-7F29-4123-B5EE-DFA9189ACBF9}" type="presOf" srcId="{A9794A11-92B2-48E6-BFA6-F9C777D6886D}" destId="{248E4C70-80C5-4467-8032-756D21846B2A}" srcOrd="0" destOrd="0" presId="urn:microsoft.com/office/officeart/2008/layout/LinedList"/>
    <dgm:cxn modelId="{E2163FD2-25DD-4E24-83A9-56D70FC17FB9}" srcId="{DD372A8F-93FB-49AF-A0AA-12B52560862B}" destId="{0AE652B4-27F3-4289-A0B4-BDD791013A3D}" srcOrd="5" destOrd="0" parTransId="{4F0E5BB6-292E-4982-B859-D56B98C98996}" sibTransId="{C7EB21C6-72EF-4DF0-BDE0-127CFCBF24A1}"/>
    <dgm:cxn modelId="{6804D3EA-5FCD-4CF5-99A7-40A366B7AB18}" srcId="{DD372A8F-93FB-49AF-A0AA-12B52560862B}" destId="{3338F71A-6D97-41CF-8DEA-BBC4554123D1}" srcOrd="1" destOrd="0" parTransId="{8E60A089-1EFA-4908-8633-EAB2A4D07B5A}" sibTransId="{042984B7-DA80-4B11-B3A6-BC65AB985558}"/>
    <dgm:cxn modelId="{F01D7FF1-E156-4BCE-ADBA-344ECAD42C85}" type="presOf" srcId="{DD372A8F-93FB-49AF-A0AA-12B52560862B}" destId="{D949B530-FE54-4A06-81DA-A47978E4AFA0}" srcOrd="0" destOrd="0" presId="urn:microsoft.com/office/officeart/2008/layout/LinedList"/>
    <dgm:cxn modelId="{5D897BFF-1747-460D-8BC1-7B42F99B0649}" type="presOf" srcId="{3338F71A-6D97-41CF-8DEA-BBC4554123D1}" destId="{58698348-0A02-46D2-8BF2-82EF16DBDEDE}" srcOrd="0" destOrd="0" presId="urn:microsoft.com/office/officeart/2008/layout/LinedList"/>
    <dgm:cxn modelId="{0253A0C5-F02A-4E64-B000-016ECDDBF256}" type="presParOf" srcId="{D949B530-FE54-4A06-81DA-A47978E4AFA0}" destId="{5B002469-91F2-4BC2-8BC0-4F4F268F7054}" srcOrd="0" destOrd="0" presId="urn:microsoft.com/office/officeart/2008/layout/LinedList"/>
    <dgm:cxn modelId="{8CF65534-8000-4CC1-8BBE-E5AFCDB8231A}" type="presParOf" srcId="{D949B530-FE54-4A06-81DA-A47978E4AFA0}" destId="{CD7A9485-C597-487B-A404-87E921EE371A}" srcOrd="1" destOrd="0" presId="urn:microsoft.com/office/officeart/2008/layout/LinedList"/>
    <dgm:cxn modelId="{B99B02BB-9119-4D5A-9DE9-4E8CDDCDAB68}" type="presParOf" srcId="{CD7A9485-C597-487B-A404-87E921EE371A}" destId="{7B0EA5E3-615F-4AE7-8C32-76B2C4B47DC7}" srcOrd="0" destOrd="0" presId="urn:microsoft.com/office/officeart/2008/layout/LinedList"/>
    <dgm:cxn modelId="{34425563-3B92-4337-BAEE-43362065952E}" type="presParOf" srcId="{CD7A9485-C597-487B-A404-87E921EE371A}" destId="{E0E9730F-ECE5-46EE-8B24-632317F88B3B}" srcOrd="1" destOrd="0" presId="urn:microsoft.com/office/officeart/2008/layout/LinedList"/>
    <dgm:cxn modelId="{A30B5BFD-3C87-4462-9E97-8181DA4766C2}" type="presParOf" srcId="{D949B530-FE54-4A06-81DA-A47978E4AFA0}" destId="{55191360-280E-4C50-A983-026483BB5748}" srcOrd="2" destOrd="0" presId="urn:microsoft.com/office/officeart/2008/layout/LinedList"/>
    <dgm:cxn modelId="{3BC75728-9822-4535-BBB9-EB164C853195}" type="presParOf" srcId="{D949B530-FE54-4A06-81DA-A47978E4AFA0}" destId="{9A048AD3-A697-4F91-BB46-69AC6B6668F4}" srcOrd="3" destOrd="0" presId="urn:microsoft.com/office/officeart/2008/layout/LinedList"/>
    <dgm:cxn modelId="{558475A0-81EB-469A-819D-18CE0FB0BA0D}" type="presParOf" srcId="{9A048AD3-A697-4F91-BB46-69AC6B6668F4}" destId="{58698348-0A02-46D2-8BF2-82EF16DBDEDE}" srcOrd="0" destOrd="0" presId="urn:microsoft.com/office/officeart/2008/layout/LinedList"/>
    <dgm:cxn modelId="{998DFF09-2509-489C-ADB4-14551CF0DF4B}" type="presParOf" srcId="{9A048AD3-A697-4F91-BB46-69AC6B6668F4}" destId="{6AF00BB5-F304-4D99-948A-A41B13A6E4B5}" srcOrd="1" destOrd="0" presId="urn:microsoft.com/office/officeart/2008/layout/LinedList"/>
    <dgm:cxn modelId="{BF2767EA-F52A-461A-AA09-C295870D11DA}" type="presParOf" srcId="{D949B530-FE54-4A06-81DA-A47978E4AFA0}" destId="{6A4CBCAE-D96A-44F2-8156-90D81CC19073}" srcOrd="4" destOrd="0" presId="urn:microsoft.com/office/officeart/2008/layout/LinedList"/>
    <dgm:cxn modelId="{86BF49A1-00B6-4D11-A830-97C99002006C}" type="presParOf" srcId="{D949B530-FE54-4A06-81DA-A47978E4AFA0}" destId="{9D69EBE1-506F-4199-829A-53F1FEF30477}" srcOrd="5" destOrd="0" presId="urn:microsoft.com/office/officeart/2008/layout/LinedList"/>
    <dgm:cxn modelId="{B9693B3E-E82E-4428-89EB-8CA758306286}" type="presParOf" srcId="{9D69EBE1-506F-4199-829A-53F1FEF30477}" destId="{248E4C70-80C5-4467-8032-756D21846B2A}" srcOrd="0" destOrd="0" presId="urn:microsoft.com/office/officeart/2008/layout/LinedList"/>
    <dgm:cxn modelId="{1C4B3DB6-C36D-42D7-974B-4D9C3FB0A2A4}" type="presParOf" srcId="{9D69EBE1-506F-4199-829A-53F1FEF30477}" destId="{14E749CC-D1E1-4419-9EA5-B3B99A58819F}" srcOrd="1" destOrd="0" presId="urn:microsoft.com/office/officeart/2008/layout/LinedList"/>
    <dgm:cxn modelId="{1F832F31-482E-43C0-97D2-84E5830DD206}" type="presParOf" srcId="{D949B530-FE54-4A06-81DA-A47978E4AFA0}" destId="{F0F24AE5-5FBB-4A8E-8AC9-C26314DDE4EA}" srcOrd="6" destOrd="0" presId="urn:microsoft.com/office/officeart/2008/layout/LinedList"/>
    <dgm:cxn modelId="{BE15DAF5-8B5C-448E-837A-601BDBDEFB9C}" type="presParOf" srcId="{D949B530-FE54-4A06-81DA-A47978E4AFA0}" destId="{A543C4A7-F39F-4D1B-8372-381C6DD04182}" srcOrd="7" destOrd="0" presId="urn:microsoft.com/office/officeart/2008/layout/LinedList"/>
    <dgm:cxn modelId="{67238361-7B15-4065-AD16-1949353227EB}" type="presParOf" srcId="{A543C4A7-F39F-4D1B-8372-381C6DD04182}" destId="{38FB41C8-5D00-47AA-9393-4344DB1D1839}" srcOrd="0" destOrd="0" presId="urn:microsoft.com/office/officeart/2008/layout/LinedList"/>
    <dgm:cxn modelId="{3B6CF94B-D4B4-4411-9FB3-B56847BC2E82}" type="presParOf" srcId="{A543C4A7-F39F-4D1B-8372-381C6DD04182}" destId="{EF37711C-BE48-4A7A-847B-FB8A3475ADEE}" srcOrd="1" destOrd="0" presId="urn:microsoft.com/office/officeart/2008/layout/LinedList"/>
    <dgm:cxn modelId="{D45AF082-26E0-40A6-A9AA-A86AE7FE210A}" type="presParOf" srcId="{D949B530-FE54-4A06-81DA-A47978E4AFA0}" destId="{0E51F6AC-9C17-48AF-BFAA-34B4840DE852}" srcOrd="8" destOrd="0" presId="urn:microsoft.com/office/officeart/2008/layout/LinedList"/>
    <dgm:cxn modelId="{4ED3CA7E-D088-4002-B093-C7FC5A29D097}" type="presParOf" srcId="{D949B530-FE54-4A06-81DA-A47978E4AFA0}" destId="{7B2EDF51-F0E4-4D86-85F9-B0C7A23759A9}" srcOrd="9" destOrd="0" presId="urn:microsoft.com/office/officeart/2008/layout/LinedList"/>
    <dgm:cxn modelId="{CF619D3E-DAA7-424D-87D7-424E91CD73E8}" type="presParOf" srcId="{7B2EDF51-F0E4-4D86-85F9-B0C7A23759A9}" destId="{5784202B-0978-4037-BFCF-3A385FFC8807}" srcOrd="0" destOrd="0" presId="urn:microsoft.com/office/officeart/2008/layout/LinedList"/>
    <dgm:cxn modelId="{CD105EDF-69B2-4F10-ACC8-B07EE53DDA08}" type="presParOf" srcId="{7B2EDF51-F0E4-4D86-85F9-B0C7A23759A9}" destId="{1E4A90B6-C371-4093-9133-237DBF1752EF}" srcOrd="1" destOrd="0" presId="urn:microsoft.com/office/officeart/2008/layout/LinedList"/>
    <dgm:cxn modelId="{D8456261-2CB1-4480-ACA5-798190FD286C}" type="presParOf" srcId="{D949B530-FE54-4A06-81DA-A47978E4AFA0}" destId="{510432B1-1D95-4765-AEA5-03EC6D2F4AC5}" srcOrd="10" destOrd="0" presId="urn:microsoft.com/office/officeart/2008/layout/LinedList"/>
    <dgm:cxn modelId="{6666B552-0557-4982-96B8-B7B6A282FCBC}" type="presParOf" srcId="{D949B530-FE54-4A06-81DA-A47978E4AFA0}" destId="{BF071FF6-E637-4A73-B17F-2AE2CDC10F0D}" srcOrd="11" destOrd="0" presId="urn:microsoft.com/office/officeart/2008/layout/LinedList"/>
    <dgm:cxn modelId="{2D2539D5-7B4D-42CE-AA68-26BF87D237E8}" type="presParOf" srcId="{BF071FF6-E637-4A73-B17F-2AE2CDC10F0D}" destId="{25F69767-2939-4B63-AB09-B26823A551A0}" srcOrd="0" destOrd="0" presId="urn:microsoft.com/office/officeart/2008/layout/LinedList"/>
    <dgm:cxn modelId="{3BD21210-1902-400C-AC01-CDD4124E680C}" type="presParOf" srcId="{BF071FF6-E637-4A73-B17F-2AE2CDC10F0D}" destId="{87211BCA-CBD7-4D74-B60D-1D287D16A533}"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7C568C-1AAE-4E87-88E7-DF2E8C0FB8B4}"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5B50D0B4-019F-404A-B24C-9AB9AE81E515}">
      <dgm:prSet custT="1"/>
      <dgm:spPr/>
      <dgm:t>
        <a:bodyPr/>
        <a:lstStyle/>
        <a:p>
          <a:pPr>
            <a:lnSpc>
              <a:spcPct val="100000"/>
            </a:lnSpc>
          </a:pPr>
          <a:r>
            <a:rPr lang="en-US" sz="1600" dirty="0">
              <a:latin typeface="Bierstadt" panose="020B0004020202020204" pitchFamily="34" charset="0"/>
            </a:rPr>
            <a:t>The humidity alert level is under 50% because viruses live longer in less-humid air</a:t>
          </a:r>
          <a:r>
            <a:rPr lang="en-US" sz="1600" dirty="0"/>
            <a:t>.</a:t>
          </a:r>
        </a:p>
      </dgm:t>
    </dgm:pt>
    <dgm:pt modelId="{F2DEEEF5-9273-4DFE-A45B-D35AFCDE7068}" type="parTrans" cxnId="{36AA3BB5-9A83-4B19-8C64-7982AAB71BEA}">
      <dgm:prSet/>
      <dgm:spPr/>
      <dgm:t>
        <a:bodyPr/>
        <a:lstStyle/>
        <a:p>
          <a:endParaRPr lang="en-US"/>
        </a:p>
      </dgm:t>
    </dgm:pt>
    <dgm:pt modelId="{53EEAC5C-02ED-4F10-AAE3-1AA5B32C734E}" type="sibTrans" cxnId="{36AA3BB5-9A83-4B19-8C64-7982AAB71BEA}">
      <dgm:prSet/>
      <dgm:spPr/>
      <dgm:t>
        <a:bodyPr/>
        <a:lstStyle/>
        <a:p>
          <a:endParaRPr lang="en-US"/>
        </a:p>
      </dgm:t>
    </dgm:pt>
    <dgm:pt modelId="{84B52A1F-F9BF-41ED-9039-562023BA8990}">
      <dgm:prSet custT="1"/>
      <dgm:spPr/>
      <dgm:t>
        <a:bodyPr/>
        <a:lstStyle/>
        <a:p>
          <a:pPr>
            <a:lnSpc>
              <a:spcPct val="100000"/>
            </a:lnSpc>
          </a:pPr>
          <a:r>
            <a:rPr lang="en-US" sz="1600" dirty="0">
              <a:latin typeface="Bierstadt" panose="020B0004020202020204" pitchFamily="34" charset="0"/>
            </a:rPr>
            <a:t>The smoke alert level is under 20% because smoke is dangerous with minimal contact .</a:t>
          </a:r>
        </a:p>
      </dgm:t>
    </dgm:pt>
    <dgm:pt modelId="{9120D40B-7823-4123-896E-D9DBAB56D6AE}" type="parTrans" cxnId="{D5CA6FAF-D9E5-450C-B280-231B3301AD31}">
      <dgm:prSet/>
      <dgm:spPr/>
      <dgm:t>
        <a:bodyPr/>
        <a:lstStyle/>
        <a:p>
          <a:endParaRPr lang="en-US"/>
        </a:p>
      </dgm:t>
    </dgm:pt>
    <dgm:pt modelId="{948AFC5B-8BB5-4A24-B1FD-24DBFF332FBA}" type="sibTrans" cxnId="{D5CA6FAF-D9E5-450C-B280-231B3301AD31}">
      <dgm:prSet/>
      <dgm:spPr/>
      <dgm:t>
        <a:bodyPr/>
        <a:lstStyle/>
        <a:p>
          <a:endParaRPr lang="en-US"/>
        </a:p>
      </dgm:t>
    </dgm:pt>
    <dgm:pt modelId="{D3FD17E5-EB4B-440B-A1EE-A194B833CCC0}">
      <dgm:prSet custT="1"/>
      <dgm:spPr/>
      <dgm:t>
        <a:bodyPr/>
        <a:lstStyle/>
        <a:p>
          <a:pPr>
            <a:lnSpc>
              <a:spcPct val="100000"/>
            </a:lnSpc>
          </a:pPr>
          <a:r>
            <a:rPr lang="en-US" sz="1600" dirty="0">
              <a:latin typeface="Bierstadt" panose="020B0004020202020204" pitchFamily="34" charset="0"/>
            </a:rPr>
            <a:t>The settings are divided to two settings:</a:t>
          </a:r>
        </a:p>
        <a:p>
          <a:pPr>
            <a:lnSpc>
              <a:spcPct val="100000"/>
            </a:lnSpc>
          </a:pPr>
          <a:r>
            <a:rPr lang="en-US" sz="1600" dirty="0">
              <a:latin typeface="Bierstadt" panose="020B0004020202020204" pitchFamily="34" charset="0"/>
            </a:rPr>
            <a:t>-winter settings</a:t>
          </a:r>
        </a:p>
        <a:p>
          <a:pPr>
            <a:lnSpc>
              <a:spcPct val="100000"/>
            </a:lnSpc>
          </a:pPr>
          <a:r>
            <a:rPr lang="en-US" sz="1600" dirty="0">
              <a:latin typeface="Bierstadt" panose="020B0004020202020204" pitchFamily="34" charset="0"/>
            </a:rPr>
            <a:t>-summer settings </a:t>
          </a:r>
        </a:p>
      </dgm:t>
    </dgm:pt>
    <dgm:pt modelId="{A9A4E366-AEED-4BBC-8449-22896BBF1AF9}" type="parTrans" cxnId="{BDB54977-A08E-4DDB-B1C5-E210E4CC34F3}">
      <dgm:prSet/>
      <dgm:spPr/>
      <dgm:t>
        <a:bodyPr/>
        <a:lstStyle/>
        <a:p>
          <a:endParaRPr lang="en-US"/>
        </a:p>
      </dgm:t>
    </dgm:pt>
    <dgm:pt modelId="{0B4C40EB-38B2-4AFF-988B-970AA0B8B95F}" type="sibTrans" cxnId="{BDB54977-A08E-4DDB-B1C5-E210E4CC34F3}">
      <dgm:prSet/>
      <dgm:spPr/>
      <dgm:t>
        <a:bodyPr/>
        <a:lstStyle/>
        <a:p>
          <a:endParaRPr lang="en-US"/>
        </a:p>
      </dgm:t>
    </dgm:pt>
    <dgm:pt modelId="{4082DBB8-02A4-46F7-AA72-A512D6FCCFEB}" type="pres">
      <dgm:prSet presAssocID="{4A7C568C-1AAE-4E87-88E7-DF2E8C0FB8B4}" presName="root" presStyleCnt="0">
        <dgm:presLayoutVars>
          <dgm:dir/>
          <dgm:resizeHandles val="exact"/>
        </dgm:presLayoutVars>
      </dgm:prSet>
      <dgm:spPr/>
    </dgm:pt>
    <dgm:pt modelId="{0CBB5AA9-F93E-48C8-BD27-E06CAA513CAD}" type="pres">
      <dgm:prSet presAssocID="{5B50D0B4-019F-404A-B24C-9AB9AE81E515}" presName="compNode" presStyleCnt="0"/>
      <dgm:spPr/>
    </dgm:pt>
    <dgm:pt modelId="{DD36D9CF-57B5-43B9-B7B9-1D5F4CD2EB24}" type="pres">
      <dgm:prSet presAssocID="{5B50D0B4-019F-404A-B24C-9AB9AE81E515}" presName="iconRect" presStyleLbl="node1" presStyleIdx="0" presStyleCnt="3" custLinFactNeighborX="2423" custLinFactNeighborY="-1636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ermometer"/>
        </a:ext>
      </dgm:extLst>
    </dgm:pt>
    <dgm:pt modelId="{B9FFE274-10F3-4B29-80A8-352E3EBC935E}" type="pres">
      <dgm:prSet presAssocID="{5B50D0B4-019F-404A-B24C-9AB9AE81E515}" presName="spaceRect" presStyleCnt="0"/>
      <dgm:spPr/>
    </dgm:pt>
    <dgm:pt modelId="{C3CEE32F-BD64-4318-8CD5-89ED556F08C8}" type="pres">
      <dgm:prSet presAssocID="{5B50D0B4-019F-404A-B24C-9AB9AE81E515}" presName="textRect" presStyleLbl="revTx" presStyleIdx="0" presStyleCnt="3" custLinFactNeighborX="677" custLinFactNeighborY="-31365">
        <dgm:presLayoutVars>
          <dgm:chMax val="1"/>
          <dgm:chPref val="1"/>
        </dgm:presLayoutVars>
      </dgm:prSet>
      <dgm:spPr/>
    </dgm:pt>
    <dgm:pt modelId="{8AE81C9A-CB3C-4FA2-ABD2-BAEB0355054D}" type="pres">
      <dgm:prSet presAssocID="{53EEAC5C-02ED-4F10-AAE3-1AA5B32C734E}" presName="sibTrans" presStyleCnt="0"/>
      <dgm:spPr/>
    </dgm:pt>
    <dgm:pt modelId="{03248E44-B2EF-48B3-8992-4F07C99D56BC}" type="pres">
      <dgm:prSet presAssocID="{84B52A1F-F9BF-41ED-9039-562023BA8990}" presName="compNode" presStyleCnt="0"/>
      <dgm:spPr/>
    </dgm:pt>
    <dgm:pt modelId="{D061F2DB-F974-4DE6-BA6C-00B1E91CD67A}" type="pres">
      <dgm:prSet presAssocID="{84B52A1F-F9BF-41ED-9039-562023BA8990}" presName="iconRect" presStyleLbl="node1" presStyleIdx="1" presStyleCnt="3" custLinFactNeighborY="-1606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No Smoking"/>
        </a:ext>
      </dgm:extLst>
    </dgm:pt>
    <dgm:pt modelId="{9A61E789-2560-4B2C-8E48-626CEEE4E1E0}" type="pres">
      <dgm:prSet presAssocID="{84B52A1F-F9BF-41ED-9039-562023BA8990}" presName="spaceRect" presStyleCnt="0"/>
      <dgm:spPr/>
    </dgm:pt>
    <dgm:pt modelId="{AE32B3B8-03E1-4A79-954D-5A886CADA82D}" type="pres">
      <dgm:prSet presAssocID="{84B52A1F-F9BF-41ED-9039-562023BA8990}" presName="textRect" presStyleLbl="revTx" presStyleIdx="1" presStyleCnt="3" custLinFactNeighborX="0" custLinFactNeighborY="-31364">
        <dgm:presLayoutVars>
          <dgm:chMax val="1"/>
          <dgm:chPref val="1"/>
        </dgm:presLayoutVars>
      </dgm:prSet>
      <dgm:spPr/>
    </dgm:pt>
    <dgm:pt modelId="{CA12F534-85FB-4DB5-B5F0-8ECDB44B1CE3}" type="pres">
      <dgm:prSet presAssocID="{948AFC5B-8BB5-4A24-B1FD-24DBFF332FBA}" presName="sibTrans" presStyleCnt="0"/>
      <dgm:spPr/>
    </dgm:pt>
    <dgm:pt modelId="{5927FB67-980B-4B4F-8E5B-03B878D91362}" type="pres">
      <dgm:prSet presAssocID="{D3FD17E5-EB4B-440B-A1EE-A194B833CCC0}" presName="compNode" presStyleCnt="0"/>
      <dgm:spPr/>
    </dgm:pt>
    <dgm:pt modelId="{43912C9D-770A-4A64-845A-4CC2A3FB3567}" type="pres">
      <dgm:prSet presAssocID="{D3FD17E5-EB4B-440B-A1EE-A194B833CCC0}" presName="iconRect" presStyleLbl="node1" presStyleIdx="2" presStyleCnt="3" custLinFactNeighborX="4005" custLinFactNeighborY="-1961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9966FD82-94C3-450F-9344-B27EDECEBA31}" type="pres">
      <dgm:prSet presAssocID="{D3FD17E5-EB4B-440B-A1EE-A194B833CCC0}" presName="spaceRect" presStyleCnt="0"/>
      <dgm:spPr/>
    </dgm:pt>
    <dgm:pt modelId="{21CE4230-506C-487C-B49A-63380257B4FB}" type="pres">
      <dgm:prSet presAssocID="{D3FD17E5-EB4B-440B-A1EE-A194B833CCC0}" presName="textRect" presStyleLbl="revTx" presStyleIdx="2" presStyleCnt="3" custLinFactNeighborX="1389" custLinFactNeighborY="-31365">
        <dgm:presLayoutVars>
          <dgm:chMax val="1"/>
          <dgm:chPref val="1"/>
        </dgm:presLayoutVars>
      </dgm:prSet>
      <dgm:spPr/>
    </dgm:pt>
  </dgm:ptLst>
  <dgm:cxnLst>
    <dgm:cxn modelId="{AE20DB04-64D4-4F51-94C3-DB2EC52AB6C3}" type="presOf" srcId="{4A7C568C-1AAE-4E87-88E7-DF2E8C0FB8B4}" destId="{4082DBB8-02A4-46F7-AA72-A512D6FCCFEB}" srcOrd="0" destOrd="0" presId="urn:microsoft.com/office/officeart/2018/2/layout/IconLabelList"/>
    <dgm:cxn modelId="{BDB54977-A08E-4DDB-B1C5-E210E4CC34F3}" srcId="{4A7C568C-1AAE-4E87-88E7-DF2E8C0FB8B4}" destId="{D3FD17E5-EB4B-440B-A1EE-A194B833CCC0}" srcOrd="2" destOrd="0" parTransId="{A9A4E366-AEED-4BBC-8449-22896BBF1AF9}" sibTransId="{0B4C40EB-38B2-4AFF-988B-970AA0B8B95F}"/>
    <dgm:cxn modelId="{02C5EDA4-2E9A-4483-996E-AB98BB5592FA}" type="presOf" srcId="{84B52A1F-F9BF-41ED-9039-562023BA8990}" destId="{AE32B3B8-03E1-4A79-954D-5A886CADA82D}" srcOrd="0" destOrd="0" presId="urn:microsoft.com/office/officeart/2018/2/layout/IconLabelList"/>
    <dgm:cxn modelId="{D5CA6FAF-D9E5-450C-B280-231B3301AD31}" srcId="{4A7C568C-1AAE-4E87-88E7-DF2E8C0FB8B4}" destId="{84B52A1F-F9BF-41ED-9039-562023BA8990}" srcOrd="1" destOrd="0" parTransId="{9120D40B-7823-4123-896E-D9DBAB56D6AE}" sibTransId="{948AFC5B-8BB5-4A24-B1FD-24DBFF332FBA}"/>
    <dgm:cxn modelId="{36AA3BB5-9A83-4B19-8C64-7982AAB71BEA}" srcId="{4A7C568C-1AAE-4E87-88E7-DF2E8C0FB8B4}" destId="{5B50D0B4-019F-404A-B24C-9AB9AE81E515}" srcOrd="0" destOrd="0" parTransId="{F2DEEEF5-9273-4DFE-A45B-D35AFCDE7068}" sibTransId="{53EEAC5C-02ED-4F10-AAE3-1AA5B32C734E}"/>
    <dgm:cxn modelId="{A6C9FCBD-C495-4826-A4E0-E7B33FE07ED2}" type="presOf" srcId="{5B50D0B4-019F-404A-B24C-9AB9AE81E515}" destId="{C3CEE32F-BD64-4318-8CD5-89ED556F08C8}" srcOrd="0" destOrd="0" presId="urn:microsoft.com/office/officeart/2018/2/layout/IconLabelList"/>
    <dgm:cxn modelId="{569FA8EF-1B8E-4D2E-8714-D371A56C3E17}" type="presOf" srcId="{D3FD17E5-EB4B-440B-A1EE-A194B833CCC0}" destId="{21CE4230-506C-487C-B49A-63380257B4FB}" srcOrd="0" destOrd="0" presId="urn:microsoft.com/office/officeart/2018/2/layout/IconLabelList"/>
    <dgm:cxn modelId="{667AA0E1-0056-4BA3-B34B-0AD1CDD9A24E}" type="presParOf" srcId="{4082DBB8-02A4-46F7-AA72-A512D6FCCFEB}" destId="{0CBB5AA9-F93E-48C8-BD27-E06CAA513CAD}" srcOrd="0" destOrd="0" presId="urn:microsoft.com/office/officeart/2018/2/layout/IconLabelList"/>
    <dgm:cxn modelId="{C6095C21-F0B1-4C21-BA32-3999E4203FE7}" type="presParOf" srcId="{0CBB5AA9-F93E-48C8-BD27-E06CAA513CAD}" destId="{DD36D9CF-57B5-43B9-B7B9-1D5F4CD2EB24}" srcOrd="0" destOrd="0" presId="urn:microsoft.com/office/officeart/2018/2/layout/IconLabelList"/>
    <dgm:cxn modelId="{7EC47920-C75B-46B2-8145-326A3C27BA50}" type="presParOf" srcId="{0CBB5AA9-F93E-48C8-BD27-E06CAA513CAD}" destId="{B9FFE274-10F3-4B29-80A8-352E3EBC935E}" srcOrd="1" destOrd="0" presId="urn:microsoft.com/office/officeart/2018/2/layout/IconLabelList"/>
    <dgm:cxn modelId="{D3A2B4C0-9A46-415F-99CD-60804F34A13B}" type="presParOf" srcId="{0CBB5AA9-F93E-48C8-BD27-E06CAA513CAD}" destId="{C3CEE32F-BD64-4318-8CD5-89ED556F08C8}" srcOrd="2" destOrd="0" presId="urn:microsoft.com/office/officeart/2018/2/layout/IconLabelList"/>
    <dgm:cxn modelId="{BDBC8C6D-7328-416D-99D7-10D6C37F4071}" type="presParOf" srcId="{4082DBB8-02A4-46F7-AA72-A512D6FCCFEB}" destId="{8AE81C9A-CB3C-4FA2-ABD2-BAEB0355054D}" srcOrd="1" destOrd="0" presId="urn:microsoft.com/office/officeart/2018/2/layout/IconLabelList"/>
    <dgm:cxn modelId="{AFF1F363-E76F-4C75-97F6-CEDF57E1B495}" type="presParOf" srcId="{4082DBB8-02A4-46F7-AA72-A512D6FCCFEB}" destId="{03248E44-B2EF-48B3-8992-4F07C99D56BC}" srcOrd="2" destOrd="0" presId="urn:microsoft.com/office/officeart/2018/2/layout/IconLabelList"/>
    <dgm:cxn modelId="{E630719E-D48F-4B9F-B821-3627FC609632}" type="presParOf" srcId="{03248E44-B2EF-48B3-8992-4F07C99D56BC}" destId="{D061F2DB-F974-4DE6-BA6C-00B1E91CD67A}" srcOrd="0" destOrd="0" presId="urn:microsoft.com/office/officeart/2018/2/layout/IconLabelList"/>
    <dgm:cxn modelId="{D214E56F-0EF6-4229-A609-00E6ACC1F65D}" type="presParOf" srcId="{03248E44-B2EF-48B3-8992-4F07C99D56BC}" destId="{9A61E789-2560-4B2C-8E48-626CEEE4E1E0}" srcOrd="1" destOrd="0" presId="urn:microsoft.com/office/officeart/2018/2/layout/IconLabelList"/>
    <dgm:cxn modelId="{56FDB45F-46A6-4FE3-BD28-2815D699C290}" type="presParOf" srcId="{03248E44-B2EF-48B3-8992-4F07C99D56BC}" destId="{AE32B3B8-03E1-4A79-954D-5A886CADA82D}" srcOrd="2" destOrd="0" presId="urn:microsoft.com/office/officeart/2018/2/layout/IconLabelList"/>
    <dgm:cxn modelId="{FE351B1A-6B5C-4188-AF50-832DE5C174B5}" type="presParOf" srcId="{4082DBB8-02A4-46F7-AA72-A512D6FCCFEB}" destId="{CA12F534-85FB-4DB5-B5F0-8ECDB44B1CE3}" srcOrd="3" destOrd="0" presId="urn:microsoft.com/office/officeart/2018/2/layout/IconLabelList"/>
    <dgm:cxn modelId="{42A76261-1AE3-43B9-B9CB-7A05E258AD4E}" type="presParOf" srcId="{4082DBB8-02A4-46F7-AA72-A512D6FCCFEB}" destId="{5927FB67-980B-4B4F-8E5B-03B878D91362}" srcOrd="4" destOrd="0" presId="urn:microsoft.com/office/officeart/2018/2/layout/IconLabelList"/>
    <dgm:cxn modelId="{BB9BFE20-3FE0-49F5-8A9E-8A6ACBD65A2F}" type="presParOf" srcId="{5927FB67-980B-4B4F-8E5B-03B878D91362}" destId="{43912C9D-770A-4A64-845A-4CC2A3FB3567}" srcOrd="0" destOrd="0" presId="urn:microsoft.com/office/officeart/2018/2/layout/IconLabelList"/>
    <dgm:cxn modelId="{AC17F36B-7C15-47A5-A1DA-27305263D4D7}" type="presParOf" srcId="{5927FB67-980B-4B4F-8E5B-03B878D91362}" destId="{9966FD82-94C3-450F-9344-B27EDECEBA31}" srcOrd="1" destOrd="0" presId="urn:microsoft.com/office/officeart/2018/2/layout/IconLabelList"/>
    <dgm:cxn modelId="{C7E2A543-9995-4FE8-BECC-66EED62C5270}" type="presParOf" srcId="{5927FB67-980B-4B4F-8E5B-03B878D91362}" destId="{21CE4230-506C-487C-B49A-63380257B4F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8CBAA34-A955-4817-B39D-276A67113B6B}" type="doc">
      <dgm:prSet loTypeId="urn:microsoft.com/office/officeart/2005/8/layout/process1" loCatId="process" qsTypeId="urn:microsoft.com/office/officeart/2005/8/quickstyle/3d1" qsCatId="3D" csTypeId="urn:microsoft.com/office/officeart/2005/8/colors/accent1_2" csCatId="accent1" phldr="1"/>
      <dgm:spPr/>
    </dgm:pt>
    <dgm:pt modelId="{BE2BF634-7EC1-4EDE-B354-0B0E913C373C}">
      <dgm:prSet phldrT="[Text]"/>
      <dgm:spPr>
        <a:solidFill>
          <a:schemeClr val="accent1"/>
        </a:solidFill>
        <a:ln>
          <a:solidFill>
            <a:schemeClr val="accent1"/>
          </a:solidFill>
        </a:ln>
      </dgm:spPr>
      <dgm:t>
        <a:bodyPr/>
        <a:lstStyle/>
        <a:p>
          <a:r>
            <a:rPr lang="en-US" dirty="0">
              <a:latin typeface="Bierstadt" panose="020B0004020202020204" pitchFamily="34" charset="0"/>
            </a:rPr>
            <a:t>Temperature Alert</a:t>
          </a:r>
        </a:p>
      </dgm:t>
    </dgm:pt>
    <dgm:pt modelId="{CFBA438F-0B86-4A35-A9EE-1973C43DE06B}" type="parTrans" cxnId="{1D45020E-E14F-4CF3-9769-D58E4AC9E3DF}">
      <dgm:prSet/>
      <dgm:spPr/>
      <dgm:t>
        <a:bodyPr/>
        <a:lstStyle/>
        <a:p>
          <a:endParaRPr lang="en-US"/>
        </a:p>
      </dgm:t>
    </dgm:pt>
    <dgm:pt modelId="{09EF5BC5-A13B-4ED9-9438-37486B5C62D1}" type="sibTrans" cxnId="{1D45020E-E14F-4CF3-9769-D58E4AC9E3DF}">
      <dgm:prSet/>
      <dgm:spPr>
        <a:solidFill>
          <a:schemeClr val="accent1"/>
        </a:solidFill>
        <a:ln>
          <a:solidFill>
            <a:schemeClr val="accent1"/>
          </a:solidFill>
        </a:ln>
      </dgm:spPr>
      <dgm:t>
        <a:bodyPr/>
        <a:lstStyle/>
        <a:p>
          <a:endParaRPr lang="en-US" dirty="0"/>
        </a:p>
      </dgm:t>
    </dgm:pt>
    <dgm:pt modelId="{B906269C-7582-4D12-9B47-8C3AB153B32C}">
      <dgm:prSet phldrT="[Text]"/>
      <dgm:spPr>
        <a:solidFill>
          <a:schemeClr val="accent1"/>
        </a:solidFill>
        <a:ln>
          <a:solidFill>
            <a:schemeClr val="accent1"/>
          </a:solidFill>
        </a:ln>
      </dgm:spPr>
      <dgm:t>
        <a:bodyPr/>
        <a:lstStyle/>
        <a:p>
          <a:r>
            <a:rPr lang="en-US" dirty="0">
              <a:latin typeface="Bierstadt" panose="020B0004020202020204" pitchFamily="34" charset="0"/>
            </a:rPr>
            <a:t>Adjust the AC temperature</a:t>
          </a:r>
        </a:p>
      </dgm:t>
    </dgm:pt>
    <dgm:pt modelId="{ED16CFC6-104C-4340-AA91-695DE08E8C07}" type="parTrans" cxnId="{D1E5BD31-8A8C-4958-9CC1-71CB7CBBDEEF}">
      <dgm:prSet/>
      <dgm:spPr/>
      <dgm:t>
        <a:bodyPr/>
        <a:lstStyle/>
        <a:p>
          <a:endParaRPr lang="en-US"/>
        </a:p>
      </dgm:t>
    </dgm:pt>
    <dgm:pt modelId="{3FCEC355-23D7-466B-B716-628C3CC43209}" type="sibTrans" cxnId="{D1E5BD31-8A8C-4958-9CC1-71CB7CBBDEEF}">
      <dgm:prSet/>
      <dgm:spPr/>
      <dgm:t>
        <a:bodyPr/>
        <a:lstStyle/>
        <a:p>
          <a:endParaRPr lang="en-US"/>
        </a:p>
      </dgm:t>
    </dgm:pt>
    <dgm:pt modelId="{8033B0C6-FB68-4AB1-80A4-75FCC4DAF66B}" type="pres">
      <dgm:prSet presAssocID="{08CBAA34-A955-4817-B39D-276A67113B6B}" presName="Name0" presStyleCnt="0">
        <dgm:presLayoutVars>
          <dgm:dir/>
          <dgm:resizeHandles val="exact"/>
        </dgm:presLayoutVars>
      </dgm:prSet>
      <dgm:spPr/>
    </dgm:pt>
    <dgm:pt modelId="{68F7C286-9299-469E-93AD-65A9B575EC69}" type="pres">
      <dgm:prSet presAssocID="{BE2BF634-7EC1-4EDE-B354-0B0E913C373C}" presName="node" presStyleLbl="node1" presStyleIdx="0" presStyleCnt="2" custLinFactNeighborX="30569" custLinFactNeighborY="-43477">
        <dgm:presLayoutVars>
          <dgm:bulletEnabled val="1"/>
        </dgm:presLayoutVars>
      </dgm:prSet>
      <dgm:spPr/>
    </dgm:pt>
    <dgm:pt modelId="{6C7ADD4A-BA8B-4A69-8DAC-53762237750A}" type="pres">
      <dgm:prSet presAssocID="{09EF5BC5-A13B-4ED9-9438-37486B5C62D1}" presName="sibTrans" presStyleLbl="sibTrans2D1" presStyleIdx="0" presStyleCnt="1"/>
      <dgm:spPr/>
    </dgm:pt>
    <dgm:pt modelId="{1254C659-8172-4831-ACBE-0C574425BD64}" type="pres">
      <dgm:prSet presAssocID="{09EF5BC5-A13B-4ED9-9438-37486B5C62D1}" presName="connectorText" presStyleLbl="sibTrans2D1" presStyleIdx="0" presStyleCnt="1"/>
      <dgm:spPr/>
    </dgm:pt>
    <dgm:pt modelId="{7CE7537F-0482-449D-89D2-794FD8807721}" type="pres">
      <dgm:prSet presAssocID="{B906269C-7582-4D12-9B47-8C3AB153B32C}" presName="node" presStyleLbl="node1" presStyleIdx="1" presStyleCnt="2">
        <dgm:presLayoutVars>
          <dgm:bulletEnabled val="1"/>
        </dgm:presLayoutVars>
      </dgm:prSet>
      <dgm:spPr/>
    </dgm:pt>
  </dgm:ptLst>
  <dgm:cxnLst>
    <dgm:cxn modelId="{1D45020E-E14F-4CF3-9769-D58E4AC9E3DF}" srcId="{08CBAA34-A955-4817-B39D-276A67113B6B}" destId="{BE2BF634-7EC1-4EDE-B354-0B0E913C373C}" srcOrd="0" destOrd="0" parTransId="{CFBA438F-0B86-4A35-A9EE-1973C43DE06B}" sibTransId="{09EF5BC5-A13B-4ED9-9438-37486B5C62D1}"/>
    <dgm:cxn modelId="{FEA83C10-5515-4938-AA4E-6EDA721F7F73}" type="presOf" srcId="{B906269C-7582-4D12-9B47-8C3AB153B32C}" destId="{7CE7537F-0482-449D-89D2-794FD8807721}" srcOrd="0" destOrd="0" presId="urn:microsoft.com/office/officeart/2005/8/layout/process1"/>
    <dgm:cxn modelId="{D1E5BD31-8A8C-4958-9CC1-71CB7CBBDEEF}" srcId="{08CBAA34-A955-4817-B39D-276A67113B6B}" destId="{B906269C-7582-4D12-9B47-8C3AB153B32C}" srcOrd="1" destOrd="0" parTransId="{ED16CFC6-104C-4340-AA91-695DE08E8C07}" sibTransId="{3FCEC355-23D7-466B-B716-628C3CC43209}"/>
    <dgm:cxn modelId="{69BC7D75-5E37-4615-92E4-1B8D1A07AE1C}" type="presOf" srcId="{08CBAA34-A955-4817-B39D-276A67113B6B}" destId="{8033B0C6-FB68-4AB1-80A4-75FCC4DAF66B}" srcOrd="0" destOrd="0" presId="urn:microsoft.com/office/officeart/2005/8/layout/process1"/>
    <dgm:cxn modelId="{599A2A8E-1B39-4321-9A8A-36ECD9A654DC}" type="presOf" srcId="{BE2BF634-7EC1-4EDE-B354-0B0E913C373C}" destId="{68F7C286-9299-469E-93AD-65A9B575EC69}" srcOrd="0" destOrd="0" presId="urn:microsoft.com/office/officeart/2005/8/layout/process1"/>
    <dgm:cxn modelId="{6A6FCA92-583B-4132-95CC-D0A36B750BC9}" type="presOf" srcId="{09EF5BC5-A13B-4ED9-9438-37486B5C62D1}" destId="{6C7ADD4A-BA8B-4A69-8DAC-53762237750A}" srcOrd="0" destOrd="0" presId="urn:microsoft.com/office/officeart/2005/8/layout/process1"/>
    <dgm:cxn modelId="{89EEA6E1-DEBF-4191-9A00-F135BA6EB1B0}" type="presOf" srcId="{09EF5BC5-A13B-4ED9-9438-37486B5C62D1}" destId="{1254C659-8172-4831-ACBE-0C574425BD64}" srcOrd="1" destOrd="0" presId="urn:microsoft.com/office/officeart/2005/8/layout/process1"/>
    <dgm:cxn modelId="{77471607-7315-4E5D-898D-9F68862F88FF}" type="presParOf" srcId="{8033B0C6-FB68-4AB1-80A4-75FCC4DAF66B}" destId="{68F7C286-9299-469E-93AD-65A9B575EC69}" srcOrd="0" destOrd="0" presId="urn:microsoft.com/office/officeart/2005/8/layout/process1"/>
    <dgm:cxn modelId="{8CC88D32-F0D3-4D2F-BE68-849BC48E15A5}" type="presParOf" srcId="{8033B0C6-FB68-4AB1-80A4-75FCC4DAF66B}" destId="{6C7ADD4A-BA8B-4A69-8DAC-53762237750A}" srcOrd="1" destOrd="0" presId="urn:microsoft.com/office/officeart/2005/8/layout/process1"/>
    <dgm:cxn modelId="{6615B96D-E774-478F-90B5-FAA543BC97C6}" type="presParOf" srcId="{6C7ADD4A-BA8B-4A69-8DAC-53762237750A}" destId="{1254C659-8172-4831-ACBE-0C574425BD64}" srcOrd="0" destOrd="0" presId="urn:microsoft.com/office/officeart/2005/8/layout/process1"/>
    <dgm:cxn modelId="{83E94F1F-44F2-44AC-8BC8-372EB853DBDB}" type="presParOf" srcId="{8033B0C6-FB68-4AB1-80A4-75FCC4DAF66B}" destId="{7CE7537F-0482-449D-89D2-794FD8807721}" srcOrd="2" destOrd="0" presId="urn:microsoft.com/office/officeart/2005/8/layout/process1"/>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FA6D04-7B6A-4270-841C-6F200E77EAD2}" type="doc">
      <dgm:prSet loTypeId="urn:microsoft.com/office/officeart/2005/8/layout/process1" loCatId="process" qsTypeId="urn:microsoft.com/office/officeart/2005/8/quickstyle/3d1" qsCatId="3D" csTypeId="urn:microsoft.com/office/officeart/2005/8/colors/accent1_2" csCatId="accent1" phldr="1"/>
      <dgm:spPr/>
    </dgm:pt>
    <dgm:pt modelId="{AAEAE0F9-AF68-4260-A92F-49780D2A7A51}">
      <dgm:prSet phldrT="[Text]" custT="1"/>
      <dgm:spPr>
        <a:solidFill>
          <a:schemeClr val="accent1"/>
        </a:solidFill>
        <a:ln>
          <a:solidFill>
            <a:schemeClr val="accent1"/>
          </a:solidFill>
        </a:ln>
      </dgm:spPr>
      <dgm:t>
        <a:bodyPr/>
        <a:lstStyle/>
        <a:p>
          <a:r>
            <a:rPr lang="en-US" sz="2800" dirty="0">
              <a:latin typeface="Bierstadt" panose="020B0004020202020204" pitchFamily="34" charset="0"/>
            </a:rPr>
            <a:t>Smoke Alert</a:t>
          </a:r>
        </a:p>
      </dgm:t>
    </dgm:pt>
    <dgm:pt modelId="{5654EC9E-DE04-4E76-9D6E-DAF5C3A6F933}" type="parTrans" cxnId="{59195FD2-D1D0-4BC8-9724-62D9D22BFC31}">
      <dgm:prSet/>
      <dgm:spPr/>
      <dgm:t>
        <a:bodyPr/>
        <a:lstStyle/>
        <a:p>
          <a:endParaRPr lang="en-US"/>
        </a:p>
      </dgm:t>
    </dgm:pt>
    <dgm:pt modelId="{7AE7D035-93D6-40F3-BAE3-D2BD8D661E99}" type="sibTrans" cxnId="{59195FD2-D1D0-4BC8-9724-62D9D22BFC31}">
      <dgm:prSet/>
      <dgm:spPr>
        <a:solidFill>
          <a:schemeClr val="accent1"/>
        </a:solidFill>
        <a:ln>
          <a:solidFill>
            <a:schemeClr val="accent1"/>
          </a:solidFill>
        </a:ln>
      </dgm:spPr>
      <dgm:t>
        <a:bodyPr/>
        <a:lstStyle/>
        <a:p>
          <a:endParaRPr lang="en-US" dirty="0"/>
        </a:p>
      </dgm:t>
    </dgm:pt>
    <dgm:pt modelId="{406C134B-224E-48DE-B90D-3B4EF3EFD93C}">
      <dgm:prSet phldrT="[Text]"/>
      <dgm:spPr>
        <a:solidFill>
          <a:schemeClr val="accent1"/>
        </a:solidFill>
        <a:ln>
          <a:solidFill>
            <a:schemeClr val="accent1"/>
          </a:solidFill>
        </a:ln>
      </dgm:spPr>
      <dgm:t>
        <a:bodyPr/>
        <a:lstStyle/>
        <a:p>
          <a:r>
            <a:rPr lang="en-US" dirty="0">
              <a:latin typeface="Bierstadt" panose="020B0004020202020204" pitchFamily="34" charset="0"/>
            </a:rPr>
            <a:t>Turn on the ventilation system </a:t>
          </a:r>
        </a:p>
      </dgm:t>
    </dgm:pt>
    <dgm:pt modelId="{8D93C7DE-2FEC-45F4-8210-CE5BC255FC34}" type="parTrans" cxnId="{5C8F598C-3A52-4FA9-B9D9-168C4F537074}">
      <dgm:prSet/>
      <dgm:spPr/>
      <dgm:t>
        <a:bodyPr/>
        <a:lstStyle/>
        <a:p>
          <a:endParaRPr lang="en-US"/>
        </a:p>
      </dgm:t>
    </dgm:pt>
    <dgm:pt modelId="{347AF84D-80A2-445A-824E-6BC8FC042477}" type="sibTrans" cxnId="{5C8F598C-3A52-4FA9-B9D9-168C4F537074}">
      <dgm:prSet/>
      <dgm:spPr/>
      <dgm:t>
        <a:bodyPr/>
        <a:lstStyle/>
        <a:p>
          <a:endParaRPr lang="en-US"/>
        </a:p>
      </dgm:t>
    </dgm:pt>
    <dgm:pt modelId="{F12AA64E-3570-4448-8C53-A19E2305593E}" type="pres">
      <dgm:prSet presAssocID="{28FA6D04-7B6A-4270-841C-6F200E77EAD2}" presName="Name0" presStyleCnt="0">
        <dgm:presLayoutVars>
          <dgm:dir/>
          <dgm:resizeHandles val="exact"/>
        </dgm:presLayoutVars>
      </dgm:prSet>
      <dgm:spPr/>
    </dgm:pt>
    <dgm:pt modelId="{87B6A531-1805-4948-82E6-4BAF276F0D63}" type="pres">
      <dgm:prSet presAssocID="{AAEAE0F9-AF68-4260-A92F-49780D2A7A51}" presName="node" presStyleLbl="node1" presStyleIdx="0" presStyleCnt="2" custLinFactNeighborX="-53263" custLinFactNeighborY="-2007">
        <dgm:presLayoutVars>
          <dgm:bulletEnabled val="1"/>
        </dgm:presLayoutVars>
      </dgm:prSet>
      <dgm:spPr/>
    </dgm:pt>
    <dgm:pt modelId="{389615D5-32A6-4C6B-8B03-8A62141F13E6}" type="pres">
      <dgm:prSet presAssocID="{7AE7D035-93D6-40F3-BAE3-D2BD8D661E99}" presName="sibTrans" presStyleLbl="sibTrans2D1" presStyleIdx="0" presStyleCnt="1"/>
      <dgm:spPr/>
    </dgm:pt>
    <dgm:pt modelId="{A9F7D454-2728-4E41-9487-6F8FDA6B06CB}" type="pres">
      <dgm:prSet presAssocID="{7AE7D035-93D6-40F3-BAE3-D2BD8D661E99}" presName="connectorText" presStyleLbl="sibTrans2D1" presStyleIdx="0" presStyleCnt="1"/>
      <dgm:spPr/>
    </dgm:pt>
    <dgm:pt modelId="{7CE79B44-3E3E-4150-9A2E-032F07E06F00}" type="pres">
      <dgm:prSet presAssocID="{406C134B-224E-48DE-B90D-3B4EF3EFD93C}" presName="node" presStyleLbl="node1" presStyleIdx="1" presStyleCnt="2">
        <dgm:presLayoutVars>
          <dgm:bulletEnabled val="1"/>
        </dgm:presLayoutVars>
      </dgm:prSet>
      <dgm:spPr/>
    </dgm:pt>
  </dgm:ptLst>
  <dgm:cxnLst>
    <dgm:cxn modelId="{6ABF9013-1734-4842-BC86-DE3DBB8C1E04}" type="presOf" srcId="{406C134B-224E-48DE-B90D-3B4EF3EFD93C}" destId="{7CE79B44-3E3E-4150-9A2E-032F07E06F00}" srcOrd="0" destOrd="0" presId="urn:microsoft.com/office/officeart/2005/8/layout/process1"/>
    <dgm:cxn modelId="{B00C3483-88AB-46D0-A5C0-393C6134EFCA}" type="presOf" srcId="{28FA6D04-7B6A-4270-841C-6F200E77EAD2}" destId="{F12AA64E-3570-4448-8C53-A19E2305593E}" srcOrd="0" destOrd="0" presId="urn:microsoft.com/office/officeart/2005/8/layout/process1"/>
    <dgm:cxn modelId="{5C8F598C-3A52-4FA9-B9D9-168C4F537074}" srcId="{28FA6D04-7B6A-4270-841C-6F200E77EAD2}" destId="{406C134B-224E-48DE-B90D-3B4EF3EFD93C}" srcOrd="1" destOrd="0" parTransId="{8D93C7DE-2FEC-45F4-8210-CE5BC255FC34}" sibTransId="{347AF84D-80A2-445A-824E-6BC8FC042477}"/>
    <dgm:cxn modelId="{01FB29D0-F9F3-4BBC-883A-8352092FFD5A}" type="presOf" srcId="{AAEAE0F9-AF68-4260-A92F-49780D2A7A51}" destId="{87B6A531-1805-4948-82E6-4BAF276F0D63}" srcOrd="0" destOrd="0" presId="urn:microsoft.com/office/officeart/2005/8/layout/process1"/>
    <dgm:cxn modelId="{6672F8D0-EB64-438C-8943-0EA8D605CCC6}" type="presOf" srcId="{7AE7D035-93D6-40F3-BAE3-D2BD8D661E99}" destId="{A9F7D454-2728-4E41-9487-6F8FDA6B06CB}" srcOrd="1" destOrd="0" presId="urn:microsoft.com/office/officeart/2005/8/layout/process1"/>
    <dgm:cxn modelId="{59195FD2-D1D0-4BC8-9724-62D9D22BFC31}" srcId="{28FA6D04-7B6A-4270-841C-6F200E77EAD2}" destId="{AAEAE0F9-AF68-4260-A92F-49780D2A7A51}" srcOrd="0" destOrd="0" parTransId="{5654EC9E-DE04-4E76-9D6E-DAF5C3A6F933}" sibTransId="{7AE7D035-93D6-40F3-BAE3-D2BD8D661E99}"/>
    <dgm:cxn modelId="{02DD1AF3-F19C-40FA-8682-36BA78F28730}" type="presOf" srcId="{7AE7D035-93D6-40F3-BAE3-D2BD8D661E99}" destId="{389615D5-32A6-4C6B-8B03-8A62141F13E6}" srcOrd="0" destOrd="0" presId="urn:microsoft.com/office/officeart/2005/8/layout/process1"/>
    <dgm:cxn modelId="{712738E0-E53E-4CA5-AF32-B0C27E7FB28C}" type="presParOf" srcId="{F12AA64E-3570-4448-8C53-A19E2305593E}" destId="{87B6A531-1805-4948-82E6-4BAF276F0D63}" srcOrd="0" destOrd="0" presId="urn:microsoft.com/office/officeart/2005/8/layout/process1"/>
    <dgm:cxn modelId="{98B0EEC2-8B86-4A0B-92E5-00A759A2CCF6}" type="presParOf" srcId="{F12AA64E-3570-4448-8C53-A19E2305593E}" destId="{389615D5-32A6-4C6B-8B03-8A62141F13E6}" srcOrd="1" destOrd="0" presId="urn:microsoft.com/office/officeart/2005/8/layout/process1"/>
    <dgm:cxn modelId="{89CA5FBA-CFAA-49D1-A166-C627C54F41F9}" type="presParOf" srcId="{389615D5-32A6-4C6B-8B03-8A62141F13E6}" destId="{A9F7D454-2728-4E41-9487-6F8FDA6B06CB}" srcOrd="0" destOrd="0" presId="urn:microsoft.com/office/officeart/2005/8/layout/process1"/>
    <dgm:cxn modelId="{2ABA1FC1-9F2F-431C-844E-3F3C8241C03F}" type="presParOf" srcId="{F12AA64E-3570-4448-8C53-A19E2305593E}" destId="{7CE79B44-3E3E-4150-9A2E-032F07E06F00}" srcOrd="2"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483B5DE-02DD-444C-9798-3C51FC7E8968}" type="doc">
      <dgm:prSet loTypeId="urn:microsoft.com/office/officeart/2005/8/layout/process1" loCatId="process" qsTypeId="urn:microsoft.com/office/officeart/2005/8/quickstyle/3d1" qsCatId="3D" csTypeId="urn:microsoft.com/office/officeart/2005/8/colors/accent1_2" csCatId="accent1" phldr="1"/>
      <dgm:spPr/>
    </dgm:pt>
    <dgm:pt modelId="{BAD6BEDE-C656-486E-9089-A1B49C216751}">
      <dgm:prSet phldrT="[Text]"/>
      <dgm:spPr>
        <a:solidFill>
          <a:schemeClr val="accent1"/>
        </a:solidFill>
        <a:ln>
          <a:solidFill>
            <a:schemeClr val="accent1"/>
          </a:solidFill>
        </a:ln>
      </dgm:spPr>
      <dgm:t>
        <a:bodyPr/>
        <a:lstStyle/>
        <a:p>
          <a:r>
            <a:rPr lang="en-US" dirty="0">
              <a:latin typeface="Bierstadt" panose="020B0004020202020204" pitchFamily="34" charset="0"/>
            </a:rPr>
            <a:t>Humidity alert </a:t>
          </a:r>
        </a:p>
      </dgm:t>
    </dgm:pt>
    <dgm:pt modelId="{95A7F8A1-0784-4C58-ABFE-87AE7FBCA4A3}" type="parTrans" cxnId="{354733B8-3C00-4FB1-AC0D-940DA7332239}">
      <dgm:prSet/>
      <dgm:spPr/>
      <dgm:t>
        <a:bodyPr/>
        <a:lstStyle/>
        <a:p>
          <a:endParaRPr lang="en-US"/>
        </a:p>
      </dgm:t>
    </dgm:pt>
    <dgm:pt modelId="{4C614138-58BA-4632-B1C9-534497CCAE84}" type="sibTrans" cxnId="{354733B8-3C00-4FB1-AC0D-940DA7332239}">
      <dgm:prSet/>
      <dgm:spPr>
        <a:solidFill>
          <a:schemeClr val="accent1"/>
        </a:solidFill>
        <a:ln>
          <a:solidFill>
            <a:schemeClr val="accent1"/>
          </a:solidFill>
        </a:ln>
      </dgm:spPr>
      <dgm:t>
        <a:bodyPr/>
        <a:lstStyle/>
        <a:p>
          <a:endParaRPr lang="en-US" dirty="0"/>
        </a:p>
      </dgm:t>
    </dgm:pt>
    <dgm:pt modelId="{9F02E71C-72F4-42DB-9A75-D6DDE4AF9D3A}">
      <dgm:prSet phldrT="[Text]"/>
      <dgm:spPr>
        <a:solidFill>
          <a:schemeClr val="accent1"/>
        </a:solidFill>
        <a:ln>
          <a:solidFill>
            <a:schemeClr val="accent1"/>
          </a:solidFill>
        </a:ln>
      </dgm:spPr>
      <dgm:t>
        <a:bodyPr/>
        <a:lstStyle/>
        <a:p>
          <a:r>
            <a:rPr lang="en-US" dirty="0">
              <a:latin typeface="Bierstadt" panose="020B0004020202020204" pitchFamily="34" charset="0"/>
            </a:rPr>
            <a:t>Open windows or turn on AC</a:t>
          </a:r>
        </a:p>
      </dgm:t>
    </dgm:pt>
    <dgm:pt modelId="{C90D6C1E-B5FD-4309-9DBA-A594E5CAB654}" type="parTrans" cxnId="{615D29E5-48A6-4F27-B3B0-B1CF83D3505E}">
      <dgm:prSet/>
      <dgm:spPr/>
      <dgm:t>
        <a:bodyPr/>
        <a:lstStyle/>
        <a:p>
          <a:endParaRPr lang="en-US"/>
        </a:p>
      </dgm:t>
    </dgm:pt>
    <dgm:pt modelId="{324C9FB3-072D-4F77-A09E-39846FA59ED3}" type="sibTrans" cxnId="{615D29E5-48A6-4F27-B3B0-B1CF83D3505E}">
      <dgm:prSet/>
      <dgm:spPr/>
      <dgm:t>
        <a:bodyPr/>
        <a:lstStyle/>
        <a:p>
          <a:endParaRPr lang="en-US"/>
        </a:p>
      </dgm:t>
    </dgm:pt>
    <dgm:pt modelId="{86313F22-F4B0-4E24-97C4-762E38637644}" type="pres">
      <dgm:prSet presAssocID="{1483B5DE-02DD-444C-9798-3C51FC7E8968}" presName="Name0" presStyleCnt="0">
        <dgm:presLayoutVars>
          <dgm:dir/>
          <dgm:resizeHandles val="exact"/>
        </dgm:presLayoutVars>
      </dgm:prSet>
      <dgm:spPr/>
    </dgm:pt>
    <dgm:pt modelId="{4769B094-1F31-485E-B680-8120B5280F7D}" type="pres">
      <dgm:prSet presAssocID="{BAD6BEDE-C656-486E-9089-A1B49C216751}" presName="node" presStyleLbl="node1" presStyleIdx="0" presStyleCnt="2">
        <dgm:presLayoutVars>
          <dgm:bulletEnabled val="1"/>
        </dgm:presLayoutVars>
      </dgm:prSet>
      <dgm:spPr/>
    </dgm:pt>
    <dgm:pt modelId="{187E0707-EC1C-4F52-9592-B1FF92D0FD51}" type="pres">
      <dgm:prSet presAssocID="{4C614138-58BA-4632-B1C9-534497CCAE84}" presName="sibTrans" presStyleLbl="sibTrans2D1" presStyleIdx="0" presStyleCnt="1"/>
      <dgm:spPr/>
    </dgm:pt>
    <dgm:pt modelId="{8B1A11A0-68A4-448F-A54A-EF6EDF47EB53}" type="pres">
      <dgm:prSet presAssocID="{4C614138-58BA-4632-B1C9-534497CCAE84}" presName="connectorText" presStyleLbl="sibTrans2D1" presStyleIdx="0" presStyleCnt="1"/>
      <dgm:spPr/>
    </dgm:pt>
    <dgm:pt modelId="{98430ABB-BC86-4B47-B7BD-7CA32CBCE214}" type="pres">
      <dgm:prSet presAssocID="{9F02E71C-72F4-42DB-9A75-D6DDE4AF9D3A}" presName="node" presStyleLbl="node1" presStyleIdx="1" presStyleCnt="2">
        <dgm:presLayoutVars>
          <dgm:bulletEnabled val="1"/>
        </dgm:presLayoutVars>
      </dgm:prSet>
      <dgm:spPr/>
    </dgm:pt>
  </dgm:ptLst>
  <dgm:cxnLst>
    <dgm:cxn modelId="{0711A84B-DF1B-4C22-80BC-33837B935FD1}" type="presOf" srcId="{BAD6BEDE-C656-486E-9089-A1B49C216751}" destId="{4769B094-1F31-485E-B680-8120B5280F7D}" srcOrd="0" destOrd="0" presId="urn:microsoft.com/office/officeart/2005/8/layout/process1"/>
    <dgm:cxn modelId="{CB75BB85-5DE3-4AA8-AA5D-5AD96ACE27E4}" type="presOf" srcId="{1483B5DE-02DD-444C-9798-3C51FC7E8968}" destId="{86313F22-F4B0-4E24-97C4-762E38637644}" srcOrd="0" destOrd="0" presId="urn:microsoft.com/office/officeart/2005/8/layout/process1"/>
    <dgm:cxn modelId="{1F05828B-F46F-4004-9259-A95F0A1A4D1D}" type="presOf" srcId="{4C614138-58BA-4632-B1C9-534497CCAE84}" destId="{8B1A11A0-68A4-448F-A54A-EF6EDF47EB53}" srcOrd="1" destOrd="0" presId="urn:microsoft.com/office/officeart/2005/8/layout/process1"/>
    <dgm:cxn modelId="{E4FA0D9F-E23A-4770-B1AE-B9B473986E0E}" type="presOf" srcId="{4C614138-58BA-4632-B1C9-534497CCAE84}" destId="{187E0707-EC1C-4F52-9592-B1FF92D0FD51}" srcOrd="0" destOrd="0" presId="urn:microsoft.com/office/officeart/2005/8/layout/process1"/>
    <dgm:cxn modelId="{C5AA749F-1B23-4C01-9DBE-17AAA1BB185E}" type="presOf" srcId="{9F02E71C-72F4-42DB-9A75-D6DDE4AF9D3A}" destId="{98430ABB-BC86-4B47-B7BD-7CA32CBCE214}" srcOrd="0" destOrd="0" presId="urn:microsoft.com/office/officeart/2005/8/layout/process1"/>
    <dgm:cxn modelId="{354733B8-3C00-4FB1-AC0D-940DA7332239}" srcId="{1483B5DE-02DD-444C-9798-3C51FC7E8968}" destId="{BAD6BEDE-C656-486E-9089-A1B49C216751}" srcOrd="0" destOrd="0" parTransId="{95A7F8A1-0784-4C58-ABFE-87AE7FBCA4A3}" sibTransId="{4C614138-58BA-4632-B1C9-534497CCAE84}"/>
    <dgm:cxn modelId="{615D29E5-48A6-4F27-B3B0-B1CF83D3505E}" srcId="{1483B5DE-02DD-444C-9798-3C51FC7E8968}" destId="{9F02E71C-72F4-42DB-9A75-D6DDE4AF9D3A}" srcOrd="1" destOrd="0" parTransId="{C90D6C1E-B5FD-4309-9DBA-A594E5CAB654}" sibTransId="{324C9FB3-072D-4F77-A09E-39846FA59ED3}"/>
    <dgm:cxn modelId="{4945EB18-F8CE-425D-B521-CB5017DC3A97}" type="presParOf" srcId="{86313F22-F4B0-4E24-97C4-762E38637644}" destId="{4769B094-1F31-485E-B680-8120B5280F7D}" srcOrd="0" destOrd="0" presId="urn:microsoft.com/office/officeart/2005/8/layout/process1"/>
    <dgm:cxn modelId="{442F878D-E183-4199-95E4-E293DECA5162}" type="presParOf" srcId="{86313F22-F4B0-4E24-97C4-762E38637644}" destId="{187E0707-EC1C-4F52-9592-B1FF92D0FD51}" srcOrd="1" destOrd="0" presId="urn:microsoft.com/office/officeart/2005/8/layout/process1"/>
    <dgm:cxn modelId="{D37F6B74-3688-4DF3-ACE2-D903E5975295}" type="presParOf" srcId="{187E0707-EC1C-4F52-9592-B1FF92D0FD51}" destId="{8B1A11A0-68A4-448F-A54A-EF6EDF47EB53}" srcOrd="0" destOrd="0" presId="urn:microsoft.com/office/officeart/2005/8/layout/process1"/>
    <dgm:cxn modelId="{6C104F03-9294-490E-BB51-0DD88A9D5D3A}" type="presParOf" srcId="{86313F22-F4B0-4E24-97C4-762E38637644}" destId="{98430ABB-BC86-4B47-B7BD-7CA32CBCE214}" srcOrd="2" destOrd="0" presId="urn:microsoft.com/office/officeart/2005/8/layout/process1"/>
  </dgm:cxnLst>
  <dgm:bg>
    <a:noFill/>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002469-91F2-4BC2-8BC0-4F4F268F7054}">
      <dsp:nvSpPr>
        <dsp:cNvPr id="0" name=""/>
        <dsp:cNvSpPr/>
      </dsp:nvSpPr>
      <dsp:spPr>
        <a:xfrm>
          <a:off x="0" y="1525"/>
          <a:ext cx="548525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0EA5E3-615F-4AE7-8C32-76B2C4B47DC7}">
      <dsp:nvSpPr>
        <dsp:cNvPr id="0" name=""/>
        <dsp:cNvSpPr/>
      </dsp:nvSpPr>
      <dsp:spPr>
        <a:xfrm>
          <a:off x="0" y="1525"/>
          <a:ext cx="5485258" cy="520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Bierstadt" panose="020B0004020202020204" pitchFamily="34" charset="0"/>
            </a:rPr>
            <a:t>Name</a:t>
          </a:r>
          <a:r>
            <a:rPr lang="en-US" sz="2400" kern="1200" dirty="0">
              <a:latin typeface="Bierstadt" panose="020B0004020202020204" pitchFamily="34" charset="0"/>
            </a:rPr>
            <a:t> : Ali Ismail</a:t>
          </a:r>
        </a:p>
      </dsp:txBody>
      <dsp:txXfrm>
        <a:off x="0" y="1525"/>
        <a:ext cx="5485258" cy="520191"/>
      </dsp:txXfrm>
    </dsp:sp>
    <dsp:sp modelId="{55191360-280E-4C50-A983-026483BB5748}">
      <dsp:nvSpPr>
        <dsp:cNvPr id="0" name=""/>
        <dsp:cNvSpPr/>
      </dsp:nvSpPr>
      <dsp:spPr>
        <a:xfrm>
          <a:off x="0" y="521717"/>
          <a:ext cx="548525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698348-0A02-46D2-8BF2-82EF16DBDEDE}">
      <dsp:nvSpPr>
        <dsp:cNvPr id="0" name=""/>
        <dsp:cNvSpPr/>
      </dsp:nvSpPr>
      <dsp:spPr>
        <a:xfrm>
          <a:off x="0" y="521717"/>
          <a:ext cx="5485258" cy="520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Bierstadt" panose="020B0004020202020204" pitchFamily="34" charset="0"/>
            </a:rPr>
            <a:t>Age</a:t>
          </a:r>
          <a:r>
            <a:rPr lang="en-US" sz="2400" kern="1200" dirty="0">
              <a:latin typeface="Bierstadt" panose="020B0004020202020204" pitchFamily="34" charset="0"/>
            </a:rPr>
            <a:t> : 16  </a:t>
          </a:r>
        </a:p>
      </dsp:txBody>
      <dsp:txXfrm>
        <a:off x="0" y="521717"/>
        <a:ext cx="5485258" cy="520191"/>
      </dsp:txXfrm>
    </dsp:sp>
    <dsp:sp modelId="{6A4CBCAE-D96A-44F2-8156-90D81CC19073}">
      <dsp:nvSpPr>
        <dsp:cNvPr id="0" name=""/>
        <dsp:cNvSpPr/>
      </dsp:nvSpPr>
      <dsp:spPr>
        <a:xfrm>
          <a:off x="0" y="1041908"/>
          <a:ext cx="548525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8E4C70-80C5-4467-8032-756D21846B2A}">
      <dsp:nvSpPr>
        <dsp:cNvPr id="0" name=""/>
        <dsp:cNvSpPr/>
      </dsp:nvSpPr>
      <dsp:spPr>
        <a:xfrm>
          <a:off x="0" y="1041908"/>
          <a:ext cx="5485258" cy="520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Bierstadt" panose="020B0004020202020204" pitchFamily="34" charset="0"/>
            </a:rPr>
            <a:t>Location</a:t>
          </a:r>
          <a:r>
            <a:rPr lang="en-US" sz="2400" kern="1200" dirty="0">
              <a:latin typeface="Bierstadt" panose="020B0004020202020204" pitchFamily="34" charset="0"/>
            </a:rPr>
            <a:t> : Lebanon</a:t>
          </a:r>
        </a:p>
      </dsp:txBody>
      <dsp:txXfrm>
        <a:off x="0" y="1041908"/>
        <a:ext cx="5485258" cy="520191"/>
      </dsp:txXfrm>
    </dsp:sp>
    <dsp:sp modelId="{F0F24AE5-5FBB-4A8E-8AC9-C26314DDE4EA}">
      <dsp:nvSpPr>
        <dsp:cNvPr id="0" name=""/>
        <dsp:cNvSpPr/>
      </dsp:nvSpPr>
      <dsp:spPr>
        <a:xfrm>
          <a:off x="0" y="1562100"/>
          <a:ext cx="548525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FB41C8-5D00-47AA-9393-4344DB1D1839}">
      <dsp:nvSpPr>
        <dsp:cNvPr id="0" name=""/>
        <dsp:cNvSpPr/>
      </dsp:nvSpPr>
      <dsp:spPr>
        <a:xfrm>
          <a:off x="0" y="1562100"/>
          <a:ext cx="5485258" cy="520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Bierstadt" panose="020B0004020202020204" pitchFamily="34" charset="0"/>
            </a:rPr>
            <a:t>Age Group</a:t>
          </a:r>
          <a:r>
            <a:rPr lang="en-US" sz="2400" kern="1200" dirty="0">
              <a:latin typeface="Bierstadt" panose="020B0004020202020204" pitchFamily="34" charset="0"/>
            </a:rPr>
            <a:t> : 15-18 group</a:t>
          </a:r>
        </a:p>
      </dsp:txBody>
      <dsp:txXfrm>
        <a:off x="0" y="1562100"/>
        <a:ext cx="5485258" cy="520191"/>
      </dsp:txXfrm>
    </dsp:sp>
    <dsp:sp modelId="{0E51F6AC-9C17-48AF-BFAA-34B4840DE852}">
      <dsp:nvSpPr>
        <dsp:cNvPr id="0" name=""/>
        <dsp:cNvSpPr/>
      </dsp:nvSpPr>
      <dsp:spPr>
        <a:xfrm>
          <a:off x="0" y="2082292"/>
          <a:ext cx="548525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84202B-0978-4037-BFCF-3A385FFC8807}">
      <dsp:nvSpPr>
        <dsp:cNvPr id="0" name=""/>
        <dsp:cNvSpPr/>
      </dsp:nvSpPr>
      <dsp:spPr>
        <a:xfrm>
          <a:off x="0" y="2082292"/>
          <a:ext cx="5485258" cy="520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Bierstadt" panose="020B0004020202020204" pitchFamily="34" charset="0"/>
            </a:rPr>
            <a:t>Email</a:t>
          </a:r>
          <a:r>
            <a:rPr lang="en-US" sz="2400" kern="1200" dirty="0">
              <a:latin typeface="Bierstadt" panose="020B0004020202020204" pitchFamily="34" charset="0"/>
            </a:rPr>
            <a:t> : </a:t>
          </a:r>
          <a:r>
            <a:rPr lang="en-US" sz="2400" kern="1200" dirty="0">
              <a:latin typeface="Bierstadt" panose="020B0004020202020204" pitchFamily="34" charset="0"/>
              <a:hlinkClick xmlns:r="http://schemas.openxmlformats.org/officeDocument/2006/relationships" r:id="rId1"/>
            </a:rPr>
            <a:t>ali.ismail@rhhs.edu.lb</a:t>
          </a:r>
          <a:endParaRPr lang="en-US" sz="2400" kern="1200" dirty="0">
            <a:latin typeface="Bierstadt" panose="020B0004020202020204" pitchFamily="34" charset="0"/>
          </a:endParaRPr>
        </a:p>
      </dsp:txBody>
      <dsp:txXfrm>
        <a:off x="0" y="2082292"/>
        <a:ext cx="5485258" cy="520191"/>
      </dsp:txXfrm>
    </dsp:sp>
    <dsp:sp modelId="{510432B1-1D95-4765-AEA5-03EC6D2F4AC5}">
      <dsp:nvSpPr>
        <dsp:cNvPr id="0" name=""/>
        <dsp:cNvSpPr/>
      </dsp:nvSpPr>
      <dsp:spPr>
        <a:xfrm>
          <a:off x="0" y="2602483"/>
          <a:ext cx="548525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F69767-2939-4B63-AB09-B26823A551A0}">
      <dsp:nvSpPr>
        <dsp:cNvPr id="0" name=""/>
        <dsp:cNvSpPr/>
      </dsp:nvSpPr>
      <dsp:spPr>
        <a:xfrm>
          <a:off x="0" y="2602483"/>
          <a:ext cx="5485258" cy="520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Bierstadt" panose="020B0004020202020204" pitchFamily="34" charset="0"/>
            </a:rPr>
            <a:t>Goal</a:t>
          </a:r>
          <a:r>
            <a:rPr lang="en-US" sz="2400" kern="1200" dirty="0">
              <a:latin typeface="Bierstadt" panose="020B0004020202020204" pitchFamily="34" charset="0"/>
            </a:rPr>
            <a:t> : Goal 3-Good health &amp; Well-being</a:t>
          </a:r>
        </a:p>
      </dsp:txBody>
      <dsp:txXfrm>
        <a:off x="0" y="2602483"/>
        <a:ext cx="5485258" cy="5201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6D9CF-57B5-43B9-B7B9-1D5F4CD2EB24}">
      <dsp:nvSpPr>
        <dsp:cNvPr id="0" name=""/>
        <dsp:cNvSpPr/>
      </dsp:nvSpPr>
      <dsp:spPr>
        <a:xfrm>
          <a:off x="990594" y="169465"/>
          <a:ext cx="1105604" cy="11056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3CEE32F-BD64-4318-8CD5-89ED556F08C8}">
      <dsp:nvSpPr>
        <dsp:cNvPr id="0" name=""/>
        <dsp:cNvSpPr/>
      </dsp:nvSpPr>
      <dsp:spPr>
        <a:xfrm>
          <a:off x="304791" y="1493030"/>
          <a:ext cx="2456899" cy="1152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dirty="0">
              <a:latin typeface="Bierstadt" panose="020B0004020202020204" pitchFamily="34" charset="0"/>
            </a:rPr>
            <a:t>The humidity alert level is under 50% because viruses live longer in less-humid air</a:t>
          </a:r>
          <a:r>
            <a:rPr lang="en-US" sz="1600" kern="1200" dirty="0"/>
            <a:t>.</a:t>
          </a:r>
        </a:p>
      </dsp:txBody>
      <dsp:txXfrm>
        <a:off x="304791" y="1493030"/>
        <a:ext cx="2456899" cy="1152411"/>
      </dsp:txXfrm>
    </dsp:sp>
    <dsp:sp modelId="{D061F2DB-F974-4DE6-BA6C-00B1E91CD67A}">
      <dsp:nvSpPr>
        <dsp:cNvPr id="0" name=""/>
        <dsp:cNvSpPr/>
      </dsp:nvSpPr>
      <dsp:spPr>
        <a:xfrm>
          <a:off x="3850663" y="172782"/>
          <a:ext cx="1105604" cy="11056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32B3B8-03E1-4A79-954D-5A886CADA82D}">
      <dsp:nvSpPr>
        <dsp:cNvPr id="0" name=""/>
        <dsp:cNvSpPr/>
      </dsp:nvSpPr>
      <dsp:spPr>
        <a:xfrm>
          <a:off x="3175016" y="1493042"/>
          <a:ext cx="2456899" cy="1152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dirty="0">
              <a:latin typeface="Bierstadt" panose="020B0004020202020204" pitchFamily="34" charset="0"/>
            </a:rPr>
            <a:t>The smoke alert level is under 20% because smoke is dangerous with minimal contact .</a:t>
          </a:r>
        </a:p>
      </dsp:txBody>
      <dsp:txXfrm>
        <a:off x="3175016" y="1493042"/>
        <a:ext cx="2456899" cy="1152411"/>
      </dsp:txXfrm>
    </dsp:sp>
    <dsp:sp modelId="{43912C9D-770A-4A64-845A-4CC2A3FB3567}">
      <dsp:nvSpPr>
        <dsp:cNvPr id="0" name=""/>
        <dsp:cNvSpPr/>
      </dsp:nvSpPr>
      <dsp:spPr>
        <a:xfrm>
          <a:off x="6781800" y="133500"/>
          <a:ext cx="1105604" cy="11056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1CE4230-506C-487C-B49A-63380257B4FB}">
      <dsp:nvSpPr>
        <dsp:cNvPr id="0" name=""/>
        <dsp:cNvSpPr/>
      </dsp:nvSpPr>
      <dsp:spPr>
        <a:xfrm>
          <a:off x="6095999" y="1493030"/>
          <a:ext cx="2456899" cy="1152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dirty="0">
              <a:latin typeface="Bierstadt" panose="020B0004020202020204" pitchFamily="34" charset="0"/>
            </a:rPr>
            <a:t>The settings are divided to two settings:</a:t>
          </a:r>
        </a:p>
        <a:p>
          <a:pPr marL="0" lvl="0" indent="0" algn="ctr" defTabSz="711200">
            <a:lnSpc>
              <a:spcPct val="100000"/>
            </a:lnSpc>
            <a:spcBef>
              <a:spcPct val="0"/>
            </a:spcBef>
            <a:spcAft>
              <a:spcPct val="35000"/>
            </a:spcAft>
            <a:buNone/>
          </a:pPr>
          <a:r>
            <a:rPr lang="en-US" sz="1600" kern="1200" dirty="0">
              <a:latin typeface="Bierstadt" panose="020B0004020202020204" pitchFamily="34" charset="0"/>
            </a:rPr>
            <a:t>-winter settings</a:t>
          </a:r>
        </a:p>
        <a:p>
          <a:pPr marL="0" lvl="0" indent="0" algn="ctr" defTabSz="711200">
            <a:lnSpc>
              <a:spcPct val="100000"/>
            </a:lnSpc>
            <a:spcBef>
              <a:spcPct val="0"/>
            </a:spcBef>
            <a:spcAft>
              <a:spcPct val="35000"/>
            </a:spcAft>
            <a:buNone/>
          </a:pPr>
          <a:r>
            <a:rPr lang="en-US" sz="1600" kern="1200" dirty="0">
              <a:latin typeface="Bierstadt" panose="020B0004020202020204" pitchFamily="34" charset="0"/>
            </a:rPr>
            <a:t>-summer settings </a:t>
          </a:r>
        </a:p>
      </dsp:txBody>
      <dsp:txXfrm>
        <a:off x="6095999" y="1493030"/>
        <a:ext cx="2456899" cy="11524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F7C286-9299-469E-93AD-65A9B575EC69}">
      <dsp:nvSpPr>
        <dsp:cNvPr id="0" name=""/>
        <dsp:cNvSpPr/>
      </dsp:nvSpPr>
      <dsp:spPr>
        <a:xfrm>
          <a:off x="264902" y="0"/>
          <a:ext cx="2158156" cy="990600"/>
        </a:xfrm>
        <a:prstGeom prst="roundRect">
          <a:avLst>
            <a:gd name="adj" fmla="val 10000"/>
          </a:avLst>
        </a:prstGeom>
        <a:solidFill>
          <a:schemeClr val="accent1"/>
        </a:solidFill>
        <a:ln>
          <a:solidFill>
            <a:schemeClr val="accent1"/>
          </a:solid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Bierstadt" panose="020B0004020202020204" pitchFamily="34" charset="0"/>
            </a:rPr>
            <a:t>Temperature Alert</a:t>
          </a:r>
        </a:p>
      </dsp:txBody>
      <dsp:txXfrm>
        <a:off x="293916" y="29014"/>
        <a:ext cx="2100128" cy="932572"/>
      </dsp:txXfrm>
    </dsp:sp>
    <dsp:sp modelId="{6C7ADD4A-BA8B-4A69-8DAC-53762237750A}">
      <dsp:nvSpPr>
        <dsp:cNvPr id="0" name=""/>
        <dsp:cNvSpPr/>
      </dsp:nvSpPr>
      <dsp:spPr>
        <a:xfrm>
          <a:off x="2572902" y="227688"/>
          <a:ext cx="317667" cy="535222"/>
        </a:xfrm>
        <a:prstGeom prst="rightArrow">
          <a:avLst>
            <a:gd name="adj1" fmla="val 60000"/>
            <a:gd name="adj2" fmla="val 50000"/>
          </a:avLst>
        </a:prstGeom>
        <a:solidFill>
          <a:schemeClr val="accent1"/>
        </a:solidFill>
        <a:ln>
          <a:solidFill>
            <a:schemeClr val="accent1"/>
          </a:solidFill>
        </a:ln>
        <a:effectLst>
          <a:reflection blurRad="12700" stA="26000" endPos="32000" dist="12700" dir="5400000" sy="-100000" rotWithShape="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dirty="0"/>
        </a:p>
      </dsp:txBody>
      <dsp:txXfrm>
        <a:off x="2572902" y="334732"/>
        <a:ext cx="222367" cy="321134"/>
      </dsp:txXfrm>
    </dsp:sp>
    <dsp:sp modelId="{7CE7537F-0482-449D-89D2-794FD8807721}">
      <dsp:nvSpPr>
        <dsp:cNvPr id="0" name=""/>
        <dsp:cNvSpPr/>
      </dsp:nvSpPr>
      <dsp:spPr>
        <a:xfrm>
          <a:off x="3022431" y="0"/>
          <a:ext cx="2158156" cy="990600"/>
        </a:xfrm>
        <a:prstGeom prst="roundRect">
          <a:avLst>
            <a:gd name="adj" fmla="val 10000"/>
          </a:avLst>
        </a:prstGeom>
        <a:solidFill>
          <a:schemeClr val="accent1"/>
        </a:solidFill>
        <a:ln>
          <a:solidFill>
            <a:schemeClr val="accent1"/>
          </a:solid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Bierstadt" panose="020B0004020202020204" pitchFamily="34" charset="0"/>
            </a:rPr>
            <a:t>Adjust the AC temperature</a:t>
          </a:r>
        </a:p>
      </dsp:txBody>
      <dsp:txXfrm>
        <a:off x="3051445" y="29014"/>
        <a:ext cx="2100128" cy="9325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B6A531-1805-4948-82E6-4BAF276F0D63}">
      <dsp:nvSpPr>
        <dsp:cNvPr id="0" name=""/>
        <dsp:cNvSpPr/>
      </dsp:nvSpPr>
      <dsp:spPr>
        <a:xfrm>
          <a:off x="0" y="0"/>
          <a:ext cx="2158156" cy="990600"/>
        </a:xfrm>
        <a:prstGeom prst="roundRect">
          <a:avLst>
            <a:gd name="adj" fmla="val 10000"/>
          </a:avLst>
        </a:prstGeom>
        <a:solidFill>
          <a:schemeClr val="accent1"/>
        </a:solidFill>
        <a:ln>
          <a:solidFill>
            <a:schemeClr val="accent1"/>
          </a:solid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Bierstadt" panose="020B0004020202020204" pitchFamily="34" charset="0"/>
            </a:rPr>
            <a:t>Smoke Alert</a:t>
          </a:r>
        </a:p>
      </dsp:txBody>
      <dsp:txXfrm>
        <a:off x="29014" y="29014"/>
        <a:ext cx="2100128" cy="932572"/>
      </dsp:txXfrm>
    </dsp:sp>
    <dsp:sp modelId="{389615D5-32A6-4C6B-8B03-8A62141F13E6}">
      <dsp:nvSpPr>
        <dsp:cNvPr id="0" name=""/>
        <dsp:cNvSpPr/>
      </dsp:nvSpPr>
      <dsp:spPr>
        <a:xfrm>
          <a:off x="2374225" y="227688"/>
          <a:ext cx="458065" cy="535222"/>
        </a:xfrm>
        <a:prstGeom prst="rightArrow">
          <a:avLst>
            <a:gd name="adj1" fmla="val 60000"/>
            <a:gd name="adj2" fmla="val 50000"/>
          </a:avLst>
        </a:prstGeom>
        <a:solidFill>
          <a:schemeClr val="accent1"/>
        </a:solidFill>
        <a:ln>
          <a:solidFill>
            <a:schemeClr val="accent1"/>
          </a:solidFill>
        </a:ln>
        <a:effectLst>
          <a:reflection blurRad="12700" stA="26000" endPos="32000" dist="12700" dir="5400000" sy="-100000" rotWithShape="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dirty="0"/>
        </a:p>
      </dsp:txBody>
      <dsp:txXfrm>
        <a:off x="2374225" y="334732"/>
        <a:ext cx="320646" cy="321134"/>
      </dsp:txXfrm>
    </dsp:sp>
    <dsp:sp modelId="{7CE79B44-3E3E-4150-9A2E-032F07E06F00}">
      <dsp:nvSpPr>
        <dsp:cNvPr id="0" name=""/>
        <dsp:cNvSpPr/>
      </dsp:nvSpPr>
      <dsp:spPr>
        <a:xfrm>
          <a:off x="3022431" y="0"/>
          <a:ext cx="2158156" cy="990600"/>
        </a:xfrm>
        <a:prstGeom prst="roundRect">
          <a:avLst>
            <a:gd name="adj" fmla="val 10000"/>
          </a:avLst>
        </a:prstGeom>
        <a:solidFill>
          <a:schemeClr val="accent1"/>
        </a:solidFill>
        <a:ln>
          <a:solidFill>
            <a:schemeClr val="accent1"/>
          </a:solid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Bierstadt" panose="020B0004020202020204" pitchFamily="34" charset="0"/>
            </a:rPr>
            <a:t>Turn on the ventilation system </a:t>
          </a:r>
        </a:p>
      </dsp:txBody>
      <dsp:txXfrm>
        <a:off x="3051445" y="29014"/>
        <a:ext cx="2100128" cy="9325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69B094-1F31-485E-B680-8120B5280F7D}">
      <dsp:nvSpPr>
        <dsp:cNvPr id="0" name=""/>
        <dsp:cNvSpPr/>
      </dsp:nvSpPr>
      <dsp:spPr>
        <a:xfrm>
          <a:off x="1012" y="0"/>
          <a:ext cx="2158156" cy="990600"/>
        </a:xfrm>
        <a:prstGeom prst="roundRect">
          <a:avLst>
            <a:gd name="adj" fmla="val 10000"/>
          </a:avLst>
        </a:prstGeom>
        <a:solidFill>
          <a:schemeClr val="accent1"/>
        </a:solidFill>
        <a:ln>
          <a:solidFill>
            <a:schemeClr val="accent1"/>
          </a:solid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Bierstadt" panose="020B0004020202020204" pitchFamily="34" charset="0"/>
            </a:rPr>
            <a:t>Humidity alert </a:t>
          </a:r>
        </a:p>
      </dsp:txBody>
      <dsp:txXfrm>
        <a:off x="30026" y="29014"/>
        <a:ext cx="2100128" cy="932572"/>
      </dsp:txXfrm>
    </dsp:sp>
    <dsp:sp modelId="{187E0707-EC1C-4F52-9592-B1FF92D0FD51}">
      <dsp:nvSpPr>
        <dsp:cNvPr id="0" name=""/>
        <dsp:cNvSpPr/>
      </dsp:nvSpPr>
      <dsp:spPr>
        <a:xfrm>
          <a:off x="2374983" y="227688"/>
          <a:ext cx="457529" cy="535222"/>
        </a:xfrm>
        <a:prstGeom prst="rightArrow">
          <a:avLst>
            <a:gd name="adj1" fmla="val 60000"/>
            <a:gd name="adj2" fmla="val 50000"/>
          </a:avLst>
        </a:prstGeom>
        <a:solidFill>
          <a:schemeClr val="accent1"/>
        </a:solidFill>
        <a:ln>
          <a:solidFill>
            <a:schemeClr val="accent1"/>
          </a:solidFill>
        </a:ln>
        <a:effectLst>
          <a:reflection blurRad="12700" stA="26000" endPos="32000" dist="12700" dir="5400000" sy="-100000" rotWithShape="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dirty="0"/>
        </a:p>
      </dsp:txBody>
      <dsp:txXfrm>
        <a:off x="2374983" y="334732"/>
        <a:ext cx="320270" cy="321134"/>
      </dsp:txXfrm>
    </dsp:sp>
    <dsp:sp modelId="{98430ABB-BC86-4B47-B7BD-7CA32CBCE214}">
      <dsp:nvSpPr>
        <dsp:cNvPr id="0" name=""/>
        <dsp:cNvSpPr/>
      </dsp:nvSpPr>
      <dsp:spPr>
        <a:xfrm>
          <a:off x="3022430" y="0"/>
          <a:ext cx="2158156" cy="990600"/>
        </a:xfrm>
        <a:prstGeom prst="roundRect">
          <a:avLst>
            <a:gd name="adj" fmla="val 10000"/>
          </a:avLst>
        </a:prstGeom>
        <a:solidFill>
          <a:schemeClr val="accent1"/>
        </a:solidFill>
        <a:ln>
          <a:solidFill>
            <a:schemeClr val="accent1"/>
          </a:solid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Bierstadt" panose="020B0004020202020204" pitchFamily="34" charset="0"/>
            </a:rPr>
            <a:t>Open windows or turn on AC</a:t>
          </a:r>
        </a:p>
      </dsp:txBody>
      <dsp:txXfrm>
        <a:off x="3051444" y="29014"/>
        <a:ext cx="2100128" cy="93257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5/6/2023</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dirty="0"/>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5/6/2023</a:t>
            </a:fld>
            <a:endParaRPr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5958" y="-4763"/>
            <a:ext cx="5013606"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7638" y="1380069"/>
            <a:ext cx="8572389" cy="2616199"/>
          </a:xfrm>
        </p:spPr>
        <p:txBody>
          <a:bodyPr anchor="b">
            <a:normAutofit/>
          </a:bodyPr>
          <a:lstStyle>
            <a:lvl1pPr algn="r">
              <a:defRPr sz="5998">
                <a:effectLst/>
              </a:defRPr>
            </a:lvl1pPr>
          </a:lstStyle>
          <a:p>
            <a:r>
              <a:rPr lang="en-US"/>
              <a:t>Click to edit Master title style</a:t>
            </a:r>
            <a:endParaRPr lang="en-US" dirty="0"/>
          </a:p>
        </p:txBody>
      </p:sp>
      <p:sp>
        <p:nvSpPr>
          <p:cNvPr id="3" name="Subtitle 2"/>
          <p:cNvSpPr>
            <a:spLocks noGrp="1"/>
          </p:cNvSpPr>
          <p:nvPr>
            <p:ph type="subTitle" idx="1"/>
          </p:nvPr>
        </p:nvSpPr>
        <p:spPr>
          <a:xfrm>
            <a:off x="4514202" y="3996267"/>
            <a:ext cx="6985825" cy="1388534"/>
          </a:xfrm>
        </p:spPr>
        <p:txBody>
          <a:bodyPr anchor="t">
            <a:normAutofit/>
          </a:bodyPr>
          <a:lstStyle>
            <a:lvl1pPr marL="0" indent="0" algn="r">
              <a:buNone/>
              <a:defRPr sz="2099">
                <a:solidFill>
                  <a:schemeClr val="tx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5" name="Footer Placeholder 4"/>
          <p:cNvSpPr>
            <a:spLocks noGrp="1"/>
          </p:cNvSpPr>
          <p:nvPr>
            <p:ph type="ftr" sz="quarter" idx="11"/>
          </p:nvPr>
        </p:nvSpPr>
        <p:spPr>
          <a:xfrm>
            <a:off x="5331023" y="5883276"/>
            <a:ext cx="4322918" cy="365125"/>
          </a:xfrm>
        </p:spPr>
        <p:txBody>
          <a:bodyPr/>
          <a:lstStyle/>
          <a:p>
            <a:endParaRPr lang="en-US" dirty="0"/>
          </a:p>
        </p:txBody>
      </p:sp>
      <p:sp>
        <p:nvSpPr>
          <p:cNvPr id="6" name="Slide Number Placeholder 5"/>
          <p:cNvSpPr>
            <a:spLocks noGrp="1"/>
          </p:cNvSpPr>
          <p:nvPr>
            <p:ph type="sldNum" sz="quarter" idx="12"/>
          </p:nvPr>
        </p:nvSpPr>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172817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49005" y="5867132"/>
            <a:ext cx="551023" cy="365125"/>
          </a:xfrm>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1743781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1610" y="2666999"/>
            <a:ext cx="8928421" cy="2110382"/>
          </a:xfrm>
        </p:spPr>
        <p:txBody>
          <a:bodyPr anchor="b"/>
          <a:lstStyle>
            <a:lvl1pPr algn="r">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2571608" y="4777381"/>
            <a:ext cx="8928422" cy="860400"/>
          </a:xfrm>
        </p:spPr>
        <p:txBody>
          <a:bodyPr anchor="t">
            <a:normAutofit/>
          </a:bodyPr>
          <a:lstStyle>
            <a:lvl1pPr marL="0" indent="0" algn="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1507556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3925" y="685801"/>
            <a:ext cx="10016104"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3926" y="2667000"/>
            <a:ext cx="4893780" cy="3124201"/>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6246" y="2667000"/>
            <a:ext cx="4893781" cy="3124200"/>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379866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1718" y="2658533"/>
            <a:ext cx="4605988" cy="576262"/>
          </a:xfrm>
        </p:spPr>
        <p:txBody>
          <a:bodyPr anchor="b">
            <a:noAutofit/>
          </a:bodyPr>
          <a:lstStyle>
            <a:lvl1pPr marL="0" indent="0">
              <a:buNone/>
              <a:defRPr sz="2799" b="0">
                <a:solidFill>
                  <a:schemeClr val="accent1">
                    <a:lumMod val="75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483925" y="3335337"/>
            <a:ext cx="4893781" cy="2455862"/>
          </a:xfrm>
        </p:spPr>
        <p:txBody>
          <a:bodyPr anchor="t">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78696" y="2667000"/>
            <a:ext cx="4621333" cy="576262"/>
          </a:xfrm>
        </p:spPr>
        <p:txBody>
          <a:bodyPr anchor="b">
            <a:noAutofit/>
          </a:bodyPr>
          <a:lstStyle>
            <a:lvl1pPr marL="0" indent="0">
              <a:buNone/>
              <a:defRPr sz="2799" b="0">
                <a:solidFill>
                  <a:schemeClr val="accent1">
                    <a:lumMod val="75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6246" y="3335337"/>
            <a:ext cx="4893781" cy="2455862"/>
          </a:xfrm>
        </p:spPr>
        <p:txBody>
          <a:bodyPr anchor="t">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132473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1253140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844058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926" y="1600200"/>
            <a:ext cx="3548197" cy="1371600"/>
          </a:xfrm>
        </p:spPr>
        <p:txBody>
          <a:bodyPr anchor="b">
            <a:normAutofit/>
          </a:bodyPr>
          <a:lstStyle>
            <a:lvl1pPr algn="ctr">
              <a:defRPr sz="2399" b="0"/>
            </a:lvl1pPr>
          </a:lstStyle>
          <a:p>
            <a:r>
              <a:rPr lang="en-US"/>
              <a:t>Click to edit Master title style</a:t>
            </a:r>
            <a:endParaRPr lang="en-US" dirty="0"/>
          </a:p>
        </p:txBody>
      </p:sp>
      <p:sp>
        <p:nvSpPr>
          <p:cNvPr id="3" name="Content Placeholder 2"/>
          <p:cNvSpPr>
            <a:spLocks noGrp="1"/>
          </p:cNvSpPr>
          <p:nvPr>
            <p:ph idx="1"/>
          </p:nvPr>
        </p:nvSpPr>
        <p:spPr>
          <a:xfrm>
            <a:off x="5260663" y="685800"/>
            <a:ext cx="6239365" cy="5105401"/>
          </a:xfrm>
        </p:spPr>
        <p:txBody>
          <a:bodyPr anchor="ctr">
            <a:normAutofit/>
          </a:bodyPr>
          <a:lstStyle>
            <a:lvl1pPr>
              <a:defRPr sz="1999"/>
            </a:lvl1pPr>
            <a:lvl2pPr>
              <a:defRPr sz="1799"/>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3926" y="2971800"/>
            <a:ext cx="3548197" cy="1828800"/>
          </a:xfrm>
        </p:spPr>
        <p:txBody>
          <a:bodyPr>
            <a:normAutofit/>
          </a:bodyPr>
          <a:lstStyle>
            <a:lvl1pPr marL="0" indent="0" algn="ctr">
              <a:buNone/>
              <a:defRPr sz="16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573585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338" y="1752599"/>
            <a:ext cx="5424745" cy="1371600"/>
          </a:xfrm>
        </p:spPr>
        <p:txBody>
          <a:bodyPr anchor="b">
            <a:normAutofit/>
          </a:bodyPr>
          <a:lstStyle>
            <a:lvl1pPr algn="ctr">
              <a:defRPr sz="2799"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2704" y="914400"/>
            <a:ext cx="3280120"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dirty="0"/>
              <a:t>Click icon to add picture</a:t>
            </a:r>
          </a:p>
        </p:txBody>
      </p:sp>
      <p:sp>
        <p:nvSpPr>
          <p:cNvPr id="4" name="Text Placeholder 3"/>
          <p:cNvSpPr>
            <a:spLocks noGrp="1"/>
          </p:cNvSpPr>
          <p:nvPr>
            <p:ph type="body" sz="half" idx="2"/>
          </p:nvPr>
        </p:nvSpPr>
        <p:spPr>
          <a:xfrm>
            <a:off x="1482338" y="3124199"/>
            <a:ext cx="5424745" cy="1828800"/>
          </a:xfrm>
        </p:spPr>
        <p:txBody>
          <a:bodyPr>
            <a:normAutofit/>
          </a:bodyPr>
          <a:lstStyle>
            <a:lvl1pPr marL="0" indent="0" algn="ctr">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4105193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925" y="4732865"/>
            <a:ext cx="10016102" cy="566738"/>
          </a:xfrm>
        </p:spPr>
        <p:txBody>
          <a:bodyPr anchor="b">
            <a:normAutofit/>
          </a:bodyPr>
          <a:lstStyle>
            <a:lvl1pPr algn="ctr">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5391" y="932112"/>
            <a:ext cx="8223802"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dirty="0"/>
              <a:t>Click icon to add picture</a:t>
            </a:r>
          </a:p>
        </p:txBody>
      </p:sp>
      <p:sp>
        <p:nvSpPr>
          <p:cNvPr id="4" name="Text Placeholder 3"/>
          <p:cNvSpPr>
            <a:spLocks noGrp="1"/>
          </p:cNvSpPr>
          <p:nvPr>
            <p:ph type="body" sz="half" idx="2"/>
          </p:nvPr>
        </p:nvSpPr>
        <p:spPr>
          <a:xfrm>
            <a:off x="1483925" y="5299603"/>
            <a:ext cx="10016102" cy="493712"/>
          </a:xfrm>
        </p:spPr>
        <p:txBody>
          <a:bodyPr>
            <a:normAutofit/>
          </a:bodyPr>
          <a:lstStyle>
            <a:lvl1pPr marL="0" indent="0" algn="ctr">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DFD029-FB74-4578-B929-F66AA97659CA}" type="datetimeFigureOut">
              <a:rPr lang="en-US" smtClean="0"/>
              <a:pPr/>
              <a:t>5/6/2023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14DD1E-5D91-48A3-AD6D-45FBA980D106}" type="slidenum">
              <a:rPr lang="en-US" smtClean="0"/>
              <a:pPr/>
              <a:t>‹#›</a:t>
            </a:fld>
            <a:endParaRPr lang="en-US" dirty="0"/>
          </a:p>
        </p:txBody>
      </p:sp>
    </p:spTree>
    <p:extLst>
      <p:ext uri="{BB962C8B-B14F-4D97-AF65-F5344CB8AC3E}">
        <p14:creationId xmlns:p14="http://schemas.microsoft.com/office/powerpoint/2010/main" val="192903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926" y="685800"/>
            <a:ext cx="10016102" cy="3048000"/>
          </a:xfrm>
        </p:spPr>
        <p:txBody>
          <a:bodyPr anchor="ctr">
            <a:normAutofit/>
          </a:bodyPr>
          <a:lstStyle>
            <a:lvl1pPr algn="ctr">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1483926" y="4343400"/>
            <a:ext cx="10016104" cy="1447800"/>
          </a:xfrm>
        </p:spPr>
        <p:txBody>
          <a:bodyPr anchor="ctr">
            <a:normAutofit/>
          </a:bodyPr>
          <a:lstStyle>
            <a:lvl1pPr marL="0" indent="0" algn="ct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pPr/>
              <a:t>5/6/2023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14DD1E-5D91-48A3-AD6D-45FBA980D106}" type="slidenum">
              <a:rPr lang="en-US" smtClean="0"/>
              <a:pPr/>
              <a:t>‹#›</a:t>
            </a:fld>
            <a:endParaRPr lang="en-US" dirty="0"/>
          </a:p>
        </p:txBody>
      </p:sp>
    </p:spTree>
    <p:extLst>
      <p:ext uri="{BB962C8B-B14F-4D97-AF65-F5344CB8AC3E}">
        <p14:creationId xmlns:p14="http://schemas.microsoft.com/office/powerpoint/2010/main" val="2743015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196" y="863023"/>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998" dirty="0">
                <a:solidFill>
                  <a:schemeClr val="tx1"/>
                </a:solidFill>
                <a:effectLst/>
              </a:rPr>
              <a:t>“</a:t>
            </a:r>
          </a:p>
        </p:txBody>
      </p:sp>
      <p:sp>
        <p:nvSpPr>
          <p:cNvPr id="15" name="TextBox 14"/>
          <p:cNvSpPr txBox="1"/>
          <p:nvPr/>
        </p:nvSpPr>
        <p:spPr>
          <a:xfrm>
            <a:off x="10890588" y="2819399"/>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2" name="Title 1"/>
          <p:cNvSpPr>
            <a:spLocks noGrp="1"/>
          </p:cNvSpPr>
          <p:nvPr>
            <p:ph type="title"/>
          </p:nvPr>
        </p:nvSpPr>
        <p:spPr>
          <a:xfrm>
            <a:off x="2207637" y="685801"/>
            <a:ext cx="8987671" cy="2743199"/>
          </a:xfrm>
        </p:spPr>
        <p:txBody>
          <a:bodyPr anchor="ctr">
            <a:normAutofit/>
          </a:bodyPr>
          <a:lstStyle>
            <a:lvl1pPr algn="ctr">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177" y="3428999"/>
            <a:ext cx="8530593" cy="381000"/>
          </a:xfrm>
        </p:spPr>
        <p:txBody>
          <a:bodyPr anchor="ctr">
            <a:normAutofit/>
          </a:bodyPr>
          <a:lstStyle>
            <a:lvl1pPr marL="0" indent="0">
              <a:buFontTx/>
              <a:buNone/>
              <a:defRPr sz="1799"/>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1483925" y="4343400"/>
            <a:ext cx="10016102" cy="1447800"/>
          </a:xfrm>
        </p:spPr>
        <p:txBody>
          <a:bodyPr anchor="ctr">
            <a:normAutofit/>
          </a:bodyPr>
          <a:lstStyle>
            <a:lvl1pPr marL="0" indent="0" algn="ct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pPr/>
              <a:t>5/6/2023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14DD1E-5D91-48A3-AD6D-45FBA980D106}" type="slidenum">
              <a:rPr lang="en-US" smtClean="0"/>
              <a:pPr/>
              <a:t>‹#›</a:t>
            </a:fld>
            <a:endParaRPr lang="en-US" dirty="0"/>
          </a:p>
        </p:txBody>
      </p:sp>
    </p:spTree>
    <p:extLst>
      <p:ext uri="{BB962C8B-B14F-4D97-AF65-F5344CB8AC3E}">
        <p14:creationId xmlns:p14="http://schemas.microsoft.com/office/powerpoint/2010/main" val="173226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3927" y="3308581"/>
            <a:ext cx="10016100" cy="1468800"/>
          </a:xfrm>
        </p:spPr>
        <p:txBody>
          <a:bodyPr anchor="b">
            <a:normAutofit/>
          </a:bodyPr>
          <a:lstStyle>
            <a:lvl1pPr algn="r">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1483925" y="4777381"/>
            <a:ext cx="10016101" cy="860400"/>
          </a:xfrm>
        </p:spPr>
        <p:txBody>
          <a:bodyPr anchor="t">
            <a:normAutofit/>
          </a:bodyPr>
          <a:lstStyle>
            <a:lvl1pPr marL="0" indent="0" algn="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pPr/>
              <a:t>5/6/2023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14DD1E-5D91-48A3-AD6D-45FBA980D106}" type="slidenum">
              <a:rPr lang="en-US" smtClean="0"/>
              <a:pPr/>
              <a:t>‹#›</a:t>
            </a:fld>
            <a:endParaRPr lang="en-US" dirty="0"/>
          </a:p>
        </p:txBody>
      </p:sp>
    </p:spTree>
    <p:extLst>
      <p:ext uri="{BB962C8B-B14F-4D97-AF65-F5344CB8AC3E}">
        <p14:creationId xmlns:p14="http://schemas.microsoft.com/office/powerpoint/2010/main" val="1914435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196" y="863023"/>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998" dirty="0">
                <a:solidFill>
                  <a:schemeClr val="tx1"/>
                </a:solidFill>
                <a:effectLst/>
              </a:rPr>
              <a:t>“</a:t>
            </a:r>
          </a:p>
        </p:txBody>
      </p:sp>
      <p:sp>
        <p:nvSpPr>
          <p:cNvPr id="15" name="TextBox 14"/>
          <p:cNvSpPr txBox="1"/>
          <p:nvPr/>
        </p:nvSpPr>
        <p:spPr>
          <a:xfrm>
            <a:off x="10890588" y="2819399"/>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2" name="Title 1"/>
          <p:cNvSpPr>
            <a:spLocks noGrp="1"/>
          </p:cNvSpPr>
          <p:nvPr>
            <p:ph type="title"/>
          </p:nvPr>
        </p:nvSpPr>
        <p:spPr>
          <a:xfrm>
            <a:off x="2207637" y="685801"/>
            <a:ext cx="8987671" cy="2743199"/>
          </a:xfrm>
        </p:spPr>
        <p:txBody>
          <a:bodyPr anchor="ctr">
            <a:normAutofit/>
          </a:bodyPr>
          <a:lstStyle>
            <a:lvl1pPr algn="ctr">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3926" y="3886200"/>
            <a:ext cx="10016101" cy="889000"/>
          </a:xfrm>
        </p:spPr>
        <p:txBody>
          <a:bodyPr vert="horz" lIns="91440" tIns="45720" rIns="91440" bIns="45720" rtlCol="0" anchor="b">
            <a:normAutofit/>
          </a:bodyPr>
          <a:lstStyle>
            <a:lvl1pPr algn="r">
              <a:buNone/>
              <a:defRPr lang="en-US" sz="23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3925" y="4775200"/>
            <a:ext cx="10016101" cy="1016000"/>
          </a:xfrm>
        </p:spPr>
        <p:txBody>
          <a:bodyPr anchor="t">
            <a:normAutofit/>
          </a:bodyPr>
          <a:lstStyle>
            <a:lvl1pPr marL="0" indent="0" algn="r">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pPr/>
              <a:t>5/6/2023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14DD1E-5D91-48A3-AD6D-45FBA980D106}" type="slidenum">
              <a:rPr lang="en-US" smtClean="0"/>
              <a:pPr/>
              <a:t>‹#›</a:t>
            </a:fld>
            <a:endParaRPr lang="en-US" dirty="0"/>
          </a:p>
        </p:txBody>
      </p:sp>
    </p:spTree>
    <p:extLst>
      <p:ext uri="{BB962C8B-B14F-4D97-AF65-F5344CB8AC3E}">
        <p14:creationId xmlns:p14="http://schemas.microsoft.com/office/powerpoint/2010/main" val="8512793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3926" y="685801"/>
            <a:ext cx="10016103"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3926" y="3505200"/>
            <a:ext cx="10016104" cy="838200"/>
          </a:xfrm>
        </p:spPr>
        <p:txBody>
          <a:bodyPr vert="horz" lIns="91440" tIns="45720" rIns="91440" bIns="45720" rtlCol="0" anchor="b">
            <a:normAutofit/>
          </a:bodyPr>
          <a:lstStyle>
            <a:lvl1pPr>
              <a:buNone/>
              <a:defRPr lang="en-US" sz="27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3925" y="4343400"/>
            <a:ext cx="10016104" cy="14478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pPr/>
              <a:t>5/6/2023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14DD1E-5D91-48A3-AD6D-45FBA980D106}" type="slidenum">
              <a:rPr lang="en-US" smtClean="0"/>
              <a:pPr/>
              <a:t>‹#›</a:t>
            </a:fld>
            <a:endParaRPr lang="en-US" dirty="0"/>
          </a:p>
        </p:txBody>
      </p:sp>
    </p:spTree>
    <p:extLst>
      <p:ext uri="{BB962C8B-B14F-4D97-AF65-F5344CB8AC3E}">
        <p14:creationId xmlns:p14="http://schemas.microsoft.com/office/powerpoint/2010/main" val="1736765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3746055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0121" y="685800"/>
            <a:ext cx="1769908"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3925" y="685800"/>
            <a:ext cx="8017654"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FD029-FB74-4578-B929-F66AA97659CA}" type="datetimeFigureOut">
              <a:rPr lang="en-US" smtClean="0"/>
              <a:t>5/6/2023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14DD1E-5D91-48A3-AD6D-45FBA980D106}" type="slidenum">
              <a:rPr lang="en-US" smtClean="0"/>
              <a:t>‹#›</a:t>
            </a:fld>
            <a:endParaRPr lang="en-US" dirty="0"/>
          </a:p>
        </p:txBody>
      </p:sp>
    </p:spTree>
    <p:extLst>
      <p:ext uri="{BB962C8B-B14F-4D97-AF65-F5344CB8AC3E}">
        <p14:creationId xmlns:p14="http://schemas.microsoft.com/office/powerpoint/2010/main" val="1191849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773" y="1"/>
            <a:ext cx="2436178"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3925" y="685801"/>
            <a:ext cx="10016104"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3924" y="2667000"/>
            <a:ext cx="10016104"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0122" y="5883276"/>
            <a:ext cx="1142702"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0DFD029-FB74-4578-B929-F66AA97659CA}" type="datetimeFigureOut">
              <a:rPr lang="en-US" smtClean="0"/>
              <a:pPr/>
              <a:t>5/6/2023</a:t>
            </a:fld>
            <a:endParaRPr lang="en-US" dirty="0"/>
          </a:p>
        </p:txBody>
      </p:sp>
      <p:sp>
        <p:nvSpPr>
          <p:cNvPr id="5" name="Footer Placeholder 4"/>
          <p:cNvSpPr>
            <a:spLocks noGrp="1"/>
          </p:cNvSpPr>
          <p:nvPr>
            <p:ph type="ftr" sz="quarter" idx="3"/>
          </p:nvPr>
        </p:nvSpPr>
        <p:spPr>
          <a:xfrm>
            <a:off x="2571610" y="5883276"/>
            <a:ext cx="7082332"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49005" y="5883276"/>
            <a:ext cx="55102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014DD1E-5D91-48A3-AD6D-45FBA980D106}" type="slidenum">
              <a:rPr lang="en-US" smtClean="0"/>
              <a:pPr/>
              <a:t>‹#›</a:t>
            </a:fld>
            <a:endParaRPr lang="en-US" dirty="0"/>
          </a:p>
        </p:txBody>
      </p:sp>
    </p:spTree>
    <p:extLst>
      <p:ext uri="{BB962C8B-B14F-4D97-AF65-F5344CB8AC3E}">
        <p14:creationId xmlns:p14="http://schemas.microsoft.com/office/powerpoint/2010/main" val="425736122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457063" rtl="0" eaLnBrk="1" latinLnBrk="0" hangingPunct="1">
        <a:spcBef>
          <a:spcPct val="0"/>
        </a:spcBef>
        <a:buNone/>
        <a:defRPr sz="3999"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664" indent="-285664" algn="l" defTabSz="457063" rtl="0" eaLnBrk="1" latinLnBrk="0" hangingPunct="1">
        <a:spcBef>
          <a:spcPct val="20000"/>
        </a:spcBef>
        <a:spcAft>
          <a:spcPts val="600"/>
        </a:spcAft>
        <a:buClr>
          <a:schemeClr val="accent1">
            <a:lumMod val="75000"/>
          </a:schemeClr>
        </a:buClr>
        <a:buSzPct val="145000"/>
        <a:buFont typeface="Arial"/>
        <a:buChar char="•"/>
        <a:defRPr sz="2399" kern="1200" cap="none">
          <a:solidFill>
            <a:schemeClr val="tx1"/>
          </a:solidFill>
          <a:effectLst/>
          <a:latin typeface="+mn-lt"/>
          <a:ea typeface="+mn-ea"/>
          <a:cs typeface="+mn-cs"/>
        </a:defRPr>
      </a:lvl1pPr>
      <a:lvl2pPr marL="742727" indent="-285664" algn="l" defTabSz="457063" rtl="0" eaLnBrk="1" latinLnBrk="0" hangingPunct="1">
        <a:spcBef>
          <a:spcPct val="20000"/>
        </a:spcBef>
        <a:spcAft>
          <a:spcPts val="600"/>
        </a:spcAft>
        <a:buClr>
          <a:schemeClr val="accent1">
            <a:lumMod val="75000"/>
          </a:schemeClr>
        </a:buClr>
        <a:buSzPct val="145000"/>
        <a:buFont typeface="Arial"/>
        <a:buChar char="•"/>
        <a:defRPr sz="1999" kern="1200" cap="none">
          <a:solidFill>
            <a:schemeClr val="tx1"/>
          </a:solidFill>
          <a:effectLst/>
          <a:latin typeface="+mn-lt"/>
          <a:ea typeface="+mn-ea"/>
          <a:cs typeface="+mn-cs"/>
        </a:defRPr>
      </a:lvl2pPr>
      <a:lvl3pPr marL="1199790" indent="-285664" algn="l" defTabSz="457063" rtl="0" eaLnBrk="1" latinLnBrk="0" hangingPunct="1">
        <a:spcBef>
          <a:spcPct val="20000"/>
        </a:spcBef>
        <a:spcAft>
          <a:spcPts val="600"/>
        </a:spcAft>
        <a:buClr>
          <a:schemeClr val="accent1">
            <a:lumMod val="75000"/>
          </a:schemeClr>
        </a:buClr>
        <a:buSzPct val="145000"/>
        <a:buFont typeface="Arial"/>
        <a:buChar char="•"/>
        <a:defRPr sz="1799" kern="1200" cap="none">
          <a:solidFill>
            <a:schemeClr val="tx1"/>
          </a:solidFill>
          <a:effectLst/>
          <a:latin typeface="+mn-lt"/>
          <a:ea typeface="+mn-ea"/>
          <a:cs typeface="+mn-cs"/>
        </a:defRPr>
      </a:lvl3pPr>
      <a:lvl4pPr marL="1542587" indent="-171399" algn="l" defTabSz="457063"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1999650" indent="-171399"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3846"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0908"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7971"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5034"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diagramData" Target="../diagrams/data5.xml"/><Relationship Id="rId2" Type="http://schemas.openxmlformats.org/officeDocument/2006/relationships/diagramData" Target="../diagrams/data3.xml"/><Relationship Id="rId16" Type="http://schemas.microsoft.com/office/2007/relationships/diagramDrawing" Target="../diagrams/drawing5.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5" Type="http://schemas.openxmlformats.org/officeDocument/2006/relationships/diagramColors" Target="../diagrams/colors5.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hyperlink" Target="https://doi.org/10.1186/s12887-018-1222-8"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7" name="Picture 6" descr="Digital financial graph">
            <a:extLst>
              <a:ext uri="{FF2B5EF4-FFF2-40B4-BE49-F238E27FC236}">
                <a16:creationId xmlns:a16="http://schemas.microsoft.com/office/drawing/2014/main" id="{7C99842C-D8E2-0768-94FA-B1E26B3C2389}"/>
              </a:ext>
            </a:extLst>
          </p:cNvPr>
          <p:cNvPicPr>
            <a:picLocks noChangeAspect="1"/>
          </p:cNvPicPr>
          <p:nvPr/>
        </p:nvPicPr>
        <p:blipFill rotWithShape="1">
          <a:blip r:embed="rId3">
            <a:duotone>
              <a:schemeClr val="bg2">
                <a:shade val="45000"/>
                <a:satMod val="135000"/>
              </a:schemeClr>
              <a:prstClr val="white"/>
            </a:duotone>
            <a:alphaModFix amt="35000"/>
          </a:blip>
          <a:srcRect l="26"/>
          <a:stretch/>
        </p:blipFill>
        <p:spPr>
          <a:xfrm>
            <a:off x="20" y="10"/>
            <a:ext cx="12188805" cy="6857990"/>
          </a:xfrm>
          <a:prstGeom prst="rect">
            <a:avLst/>
          </a:prstGeom>
        </p:spPr>
      </p:pic>
      <p:grpSp>
        <p:nvGrpSpPr>
          <p:cNvPr id="11" name="Group 10">
            <a:extLst>
              <a:ext uri="{FF2B5EF4-FFF2-40B4-BE49-F238E27FC236}">
                <a16:creationId xmlns:a16="http://schemas.microsoft.com/office/drawing/2014/main" id="{503816F2-40D5-4C23-AF57-063E392361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5957" y="-4763"/>
            <a:ext cx="5013607" cy="6862763"/>
            <a:chOff x="2928938" y="-4763"/>
            <a:chExt cx="5014912" cy="6862763"/>
          </a:xfrm>
        </p:grpSpPr>
        <p:sp>
          <p:nvSpPr>
            <p:cNvPr id="12" name="Freeform 6">
              <a:extLst>
                <a:ext uri="{FF2B5EF4-FFF2-40B4-BE49-F238E27FC236}">
                  <a16:creationId xmlns:a16="http://schemas.microsoft.com/office/drawing/2014/main" id="{DBF222D0-66E9-48F8-B249-75AF858DF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3" name="Freeform 7">
              <a:extLst>
                <a:ext uri="{FF2B5EF4-FFF2-40B4-BE49-F238E27FC236}">
                  <a16:creationId xmlns:a16="http://schemas.microsoft.com/office/drawing/2014/main" id="{5312FABD-B1AF-4E20-A8BF-0A6F0C42C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4" name="Freeform 9">
              <a:extLst>
                <a:ext uri="{FF2B5EF4-FFF2-40B4-BE49-F238E27FC236}">
                  <a16:creationId xmlns:a16="http://schemas.microsoft.com/office/drawing/2014/main" id="{E6E2E6E5-F3C0-4B1A-8CEF-1F057A2804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5" name="Freeform 10">
              <a:extLst>
                <a:ext uri="{FF2B5EF4-FFF2-40B4-BE49-F238E27FC236}">
                  <a16:creationId xmlns:a16="http://schemas.microsoft.com/office/drawing/2014/main" id="{850A45DB-9259-4551-88A8-0D3D3E4FD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6" name="Freeform 11">
              <a:extLst>
                <a:ext uri="{FF2B5EF4-FFF2-40B4-BE49-F238E27FC236}">
                  <a16:creationId xmlns:a16="http://schemas.microsoft.com/office/drawing/2014/main" id="{615A3848-AC67-4C67-A516-2823179F0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7" name="Freeform 12">
              <a:extLst>
                <a:ext uri="{FF2B5EF4-FFF2-40B4-BE49-F238E27FC236}">
                  <a16:creationId xmlns:a16="http://schemas.microsoft.com/office/drawing/2014/main" id="{13BA5F40-CE6A-44DD-BBCE-EA36A12F3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7638" y="1380068"/>
            <a:ext cx="8572389" cy="2616199"/>
          </a:xfrm>
        </p:spPr>
        <p:txBody>
          <a:bodyPr>
            <a:normAutofit/>
          </a:bodyPr>
          <a:lstStyle/>
          <a:p>
            <a:r>
              <a:rPr lang="en-US" b="1" dirty="0">
                <a:latin typeface="Bierstadt" panose="020B0604020202020204" pitchFamily="34" charset="0"/>
              </a:rPr>
              <a:t>ROOM-MONITORING SYSTEM</a:t>
            </a:r>
          </a:p>
        </p:txBody>
      </p:sp>
      <p:sp>
        <p:nvSpPr>
          <p:cNvPr id="5" name="Subtitle 4"/>
          <p:cNvSpPr>
            <a:spLocks noGrp="1"/>
          </p:cNvSpPr>
          <p:nvPr>
            <p:ph type="subTitle" idx="1"/>
          </p:nvPr>
        </p:nvSpPr>
        <p:spPr>
          <a:xfrm>
            <a:off x="4514201" y="3996267"/>
            <a:ext cx="6985825" cy="1388534"/>
          </a:xfrm>
        </p:spPr>
        <p:txBody>
          <a:bodyPr>
            <a:normAutofit/>
          </a:bodyPr>
          <a:lstStyle/>
          <a:p>
            <a:r>
              <a:rPr lang="en-US" dirty="0">
                <a:latin typeface="Bierstadt" panose="020B0604020202020204" pitchFamily="34" charset="0"/>
              </a:rPr>
              <a:t>Ali Ismail</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5FF890B-3CE7-403A-AECE-2DE04FC7AF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771" y="0"/>
            <a:ext cx="2436179" cy="6858001"/>
            <a:chOff x="1320800" y="0"/>
            <a:chExt cx="2436813" cy="6858001"/>
          </a:xfrm>
        </p:grpSpPr>
        <p:sp>
          <p:nvSpPr>
            <p:cNvPr id="12" name="Freeform 6">
              <a:extLst>
                <a:ext uri="{FF2B5EF4-FFF2-40B4-BE49-F238E27FC236}">
                  <a16:creationId xmlns:a16="http://schemas.microsoft.com/office/drawing/2014/main" id="{99A4E160-6CFD-4514-9E20-CA6692CCD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3" name="Freeform 7">
              <a:extLst>
                <a:ext uri="{FF2B5EF4-FFF2-40B4-BE49-F238E27FC236}">
                  <a16:creationId xmlns:a16="http://schemas.microsoft.com/office/drawing/2014/main" id="{3DCD16F5-8D15-45FD-BA62-ADAC08183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4" name="Freeform 8">
              <a:extLst>
                <a:ext uri="{FF2B5EF4-FFF2-40B4-BE49-F238E27FC236}">
                  <a16:creationId xmlns:a16="http://schemas.microsoft.com/office/drawing/2014/main" id="{E7CFAF28-6FDA-4C2C-BE51-123D1115F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5" name="Freeform 9">
              <a:extLst>
                <a:ext uri="{FF2B5EF4-FFF2-40B4-BE49-F238E27FC236}">
                  <a16:creationId xmlns:a16="http://schemas.microsoft.com/office/drawing/2014/main" id="{1FD12703-0627-4991-B2A4-F96519F90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6" name="Freeform 10">
              <a:extLst>
                <a:ext uri="{FF2B5EF4-FFF2-40B4-BE49-F238E27FC236}">
                  <a16:creationId xmlns:a16="http://schemas.microsoft.com/office/drawing/2014/main" id="{A5758E0B-DF61-40A8-B765-BC6841906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7" name="Freeform 11">
              <a:extLst>
                <a:ext uri="{FF2B5EF4-FFF2-40B4-BE49-F238E27FC236}">
                  <a16:creationId xmlns:a16="http://schemas.microsoft.com/office/drawing/2014/main" id="{3E063A1F-9566-4436-B4E3-2890FBBC2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EEC92554-FC88-1CBB-230F-DE455738DAC0}"/>
              </a:ext>
            </a:extLst>
          </p:cNvPr>
          <p:cNvSpPr>
            <a:spLocks noGrp="1"/>
          </p:cNvSpPr>
          <p:nvPr>
            <p:ph type="title"/>
          </p:nvPr>
        </p:nvSpPr>
        <p:spPr>
          <a:xfrm>
            <a:off x="1563567" y="609601"/>
            <a:ext cx="10016104" cy="1752599"/>
          </a:xfrm>
        </p:spPr>
        <p:txBody>
          <a:bodyPr vert="horz" lIns="91440" tIns="45720" rIns="91440" bIns="45720" rtlCol="0" anchor="ctr">
            <a:normAutofit/>
          </a:bodyPr>
          <a:lstStyle/>
          <a:p>
            <a:pPr defTabSz="457200"/>
            <a:r>
              <a:rPr lang="en-US" sz="4000" dirty="0">
                <a:latin typeface="Bierstadt" panose="020B0004020202020204" pitchFamily="34" charset="0"/>
              </a:rPr>
              <a:t>ABOUT ME</a:t>
            </a:r>
          </a:p>
        </p:txBody>
      </p:sp>
      <p:pic>
        <p:nvPicPr>
          <p:cNvPr id="6" name="Picture 5" descr="A picture containing blue&#10;&#10;Description automatically generated">
            <a:extLst>
              <a:ext uri="{FF2B5EF4-FFF2-40B4-BE49-F238E27FC236}">
                <a16:creationId xmlns:a16="http://schemas.microsoft.com/office/drawing/2014/main" id="{440D84AD-DFB8-9544-078C-57340431BD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4031" y="2508742"/>
            <a:ext cx="3958180" cy="3124201"/>
          </a:xfrm>
          <a:prstGeom prst="roundRect">
            <a:avLst>
              <a:gd name="adj" fmla="val 4380"/>
            </a:avLst>
          </a:prstGeom>
          <a:no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graphicFrame>
        <p:nvGraphicFramePr>
          <p:cNvPr id="19" name="Content Placeholder 2">
            <a:extLst>
              <a:ext uri="{FF2B5EF4-FFF2-40B4-BE49-F238E27FC236}">
                <a16:creationId xmlns:a16="http://schemas.microsoft.com/office/drawing/2014/main" id="{0CAE0A22-5769-9185-9778-4B1804FF4EA1}"/>
              </a:ext>
            </a:extLst>
          </p:cNvPr>
          <p:cNvGraphicFramePr>
            <a:graphicFrameLocks noGrp="1"/>
          </p:cNvGraphicFramePr>
          <p:nvPr>
            <p:ph sz="half" idx="1"/>
            <p:extLst>
              <p:ext uri="{D42A27DB-BD31-4B8C-83A1-F6EECF244321}">
                <p14:modId xmlns:p14="http://schemas.microsoft.com/office/powerpoint/2010/main" val="659025974"/>
              </p:ext>
            </p:extLst>
          </p:nvPr>
        </p:nvGraphicFramePr>
        <p:xfrm>
          <a:off x="6094412" y="2590800"/>
          <a:ext cx="5485258" cy="312420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68893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F7D22-FFDF-B4AF-EA91-E7A95F0ECF23}"/>
              </a:ext>
            </a:extLst>
          </p:cNvPr>
          <p:cNvSpPr>
            <a:spLocks noGrp="1"/>
          </p:cNvSpPr>
          <p:nvPr>
            <p:ph type="title"/>
          </p:nvPr>
        </p:nvSpPr>
        <p:spPr>
          <a:xfrm>
            <a:off x="1483924" y="685800"/>
            <a:ext cx="10016104" cy="1752599"/>
          </a:xfrm>
        </p:spPr>
        <p:txBody>
          <a:bodyPr>
            <a:normAutofit/>
          </a:bodyPr>
          <a:lstStyle/>
          <a:p>
            <a:r>
              <a:rPr lang="en-US" b="1" dirty="0">
                <a:latin typeface="Bierstadt" panose="020B0004020202020204" pitchFamily="34" charset="0"/>
              </a:rPr>
              <a:t>PROBLEM</a:t>
            </a:r>
          </a:p>
        </p:txBody>
      </p:sp>
      <p:pic>
        <p:nvPicPr>
          <p:cNvPr id="1026" name="Picture 2" descr="Lawless Mayhem on Bliss Street | A Separate State of Mind | A Blog by Elie  Fares">
            <a:extLst>
              <a:ext uri="{FF2B5EF4-FFF2-40B4-BE49-F238E27FC236}">
                <a16:creationId xmlns:a16="http://schemas.microsoft.com/office/drawing/2014/main" id="{AC2ABCD7-E774-2689-B122-82D7D15469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807" r="5257"/>
          <a:stretch/>
        </p:blipFill>
        <p:spPr bwMode="auto">
          <a:xfrm>
            <a:off x="1502214" y="2266654"/>
            <a:ext cx="3869457" cy="3696290"/>
          </a:xfrm>
          <a:prstGeom prst="roundRect">
            <a:avLst>
              <a:gd name="adj" fmla="val 4380"/>
            </a:avLst>
          </a:prstGeom>
          <a:no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sp>
        <p:nvSpPr>
          <p:cNvPr id="8" name="Content Placeholder 7">
            <a:extLst>
              <a:ext uri="{FF2B5EF4-FFF2-40B4-BE49-F238E27FC236}">
                <a16:creationId xmlns:a16="http://schemas.microsoft.com/office/drawing/2014/main" id="{C8F0AA0A-F01C-69DD-0D63-E75EA2C6F833}"/>
              </a:ext>
            </a:extLst>
          </p:cNvPr>
          <p:cNvSpPr>
            <a:spLocks noGrp="1"/>
          </p:cNvSpPr>
          <p:nvPr>
            <p:ph idx="1"/>
          </p:nvPr>
        </p:nvSpPr>
        <p:spPr>
          <a:xfrm>
            <a:off x="6014769" y="2666999"/>
            <a:ext cx="5485258" cy="3200401"/>
          </a:xfrm>
        </p:spPr>
        <p:txBody>
          <a:bodyPr anchor="t">
            <a:normAutofit lnSpcReduction="10000"/>
          </a:bodyPr>
          <a:lstStyle/>
          <a:p>
            <a:pPr>
              <a:lnSpc>
                <a:spcPct val="90000"/>
              </a:lnSpc>
            </a:pPr>
            <a:r>
              <a:rPr lang="en-US" b="1" dirty="0">
                <a:latin typeface="Bierstadt" panose="020B0004020202020204" pitchFamily="34" charset="0"/>
              </a:rPr>
              <a:t>Indoor smoking </a:t>
            </a:r>
            <a:r>
              <a:rPr lang="en-US" dirty="0">
                <a:latin typeface="Bierstadt" panose="020B0004020202020204" pitchFamily="34" charset="0"/>
              </a:rPr>
              <a:t>in restaurants and coffeeshops can be </a:t>
            </a:r>
            <a:r>
              <a:rPr lang="en-US" b="1" dirty="0">
                <a:latin typeface="Bierstadt" panose="020B0004020202020204" pitchFamily="34" charset="0"/>
              </a:rPr>
              <a:t>harmful</a:t>
            </a:r>
            <a:r>
              <a:rPr lang="en-US" dirty="0">
                <a:latin typeface="Bierstadt" panose="020B0004020202020204" pitchFamily="34" charset="0"/>
              </a:rPr>
              <a:t> to the nonsmokers working or sitting nearby (</a:t>
            </a:r>
            <a:r>
              <a:rPr lang="en-US" b="1" dirty="0">
                <a:latin typeface="Bierstadt" panose="020B0004020202020204" pitchFamily="34" charset="0"/>
              </a:rPr>
              <a:t>Passive smokers</a:t>
            </a:r>
            <a:r>
              <a:rPr lang="en-US" dirty="0">
                <a:latin typeface="Bierstadt" panose="020B0004020202020204" pitchFamily="34" charset="0"/>
              </a:rPr>
              <a:t>).</a:t>
            </a:r>
          </a:p>
          <a:p>
            <a:pPr>
              <a:lnSpc>
                <a:spcPct val="90000"/>
              </a:lnSpc>
            </a:pPr>
            <a:r>
              <a:rPr lang="en-US" b="1" dirty="0">
                <a:latin typeface="Bierstadt" panose="020B0004020202020204" pitchFamily="34" charset="0"/>
              </a:rPr>
              <a:t>The smoke </a:t>
            </a:r>
            <a:r>
              <a:rPr lang="en-US" dirty="0">
                <a:latin typeface="Bierstadt" panose="020B0004020202020204" pitchFamily="34" charset="0"/>
              </a:rPr>
              <a:t>coming from smoking (cigar, vape, hookah) increases the chance of </a:t>
            </a:r>
            <a:r>
              <a:rPr lang="en-US" b="1" dirty="0">
                <a:latin typeface="Bierstadt" panose="020B0004020202020204" pitchFamily="34" charset="0"/>
              </a:rPr>
              <a:t>virus infection </a:t>
            </a:r>
            <a:r>
              <a:rPr lang="en-US" dirty="0">
                <a:latin typeface="Bierstadt" panose="020B0004020202020204" pitchFamily="34" charset="0"/>
              </a:rPr>
              <a:t>in indoor areas due to </a:t>
            </a:r>
            <a:r>
              <a:rPr lang="en-US" b="1" dirty="0">
                <a:latin typeface="Bierstadt" panose="020B0004020202020204" pitchFamily="34" charset="0"/>
              </a:rPr>
              <a:t>the decrease of humidity and increase or decrease of temperature</a:t>
            </a:r>
            <a:r>
              <a:rPr lang="en-US" dirty="0">
                <a:latin typeface="Bierstadt" panose="020B0004020202020204" pitchFamily="34" charset="0"/>
              </a:rPr>
              <a:t> in the room.</a:t>
            </a:r>
          </a:p>
        </p:txBody>
      </p:sp>
      <p:sp>
        <p:nvSpPr>
          <p:cNvPr id="4" name="Rectangle 1">
            <a:extLst>
              <a:ext uri="{FF2B5EF4-FFF2-40B4-BE49-F238E27FC236}">
                <a16:creationId xmlns:a16="http://schemas.microsoft.com/office/drawing/2014/main" id="{D789804D-396B-EB15-BCF1-EADB2FF5D8E8}"/>
              </a:ext>
            </a:extLst>
          </p:cNvPr>
          <p:cNvSpPr>
            <a:spLocks noChangeArrowheads="1"/>
          </p:cNvSpPr>
          <p:nvPr/>
        </p:nvSpPr>
        <p:spPr bwMode="auto">
          <a:xfrm>
            <a:off x="-1" y="161589"/>
            <a:ext cx="30458" cy="134022"/>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17457"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1100" b="0" i="0" u="none" strike="noStrike" cap="none" normalizeH="0" baseline="0" dirty="0">
                <a:ln>
                  <a:noFill/>
                </a:ln>
                <a:solidFill>
                  <a:schemeClr val="tx1"/>
                </a:solidFill>
                <a:effectLst/>
                <a:latin typeface="Bierstadt" panose="020B0004020202020204" pitchFamily="34" charset="0"/>
              </a:rPr>
              <a:t> </a:t>
            </a:r>
            <a:endParaRPr kumimoji="0" lang="en-US" altLang="en-US" sz="1800" b="0" i="0" u="none" strike="noStrike" cap="none" normalizeH="0" baseline="0" dirty="0">
              <a:ln>
                <a:noFill/>
              </a:ln>
              <a:solidFill>
                <a:schemeClr val="tx1"/>
              </a:solidFill>
              <a:effectLst/>
              <a:latin typeface="Bierstadt" panose="020B0004020202020204" pitchFamily="34" charset="0"/>
            </a:endParaRPr>
          </a:p>
        </p:txBody>
      </p:sp>
      <p:sp>
        <p:nvSpPr>
          <p:cNvPr id="5" name="Rectangle 2">
            <a:extLst>
              <a:ext uri="{FF2B5EF4-FFF2-40B4-BE49-F238E27FC236}">
                <a16:creationId xmlns:a16="http://schemas.microsoft.com/office/drawing/2014/main" id="{CB42B40F-9711-F412-F8C5-60F90C5BCC38}"/>
              </a:ext>
            </a:extLst>
          </p:cNvPr>
          <p:cNvSpPr>
            <a:spLocks noChangeArrowheads="1"/>
          </p:cNvSpPr>
          <p:nvPr/>
        </p:nvSpPr>
        <p:spPr bwMode="auto">
          <a:xfrm>
            <a:off x="0" y="161589"/>
            <a:ext cx="30458" cy="134022"/>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17457"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1100" b="0" i="0" u="none" strike="noStrike" cap="none" normalizeH="0" baseline="0" dirty="0">
                <a:ln>
                  <a:noFill/>
                </a:ln>
                <a:solidFill>
                  <a:schemeClr val="tx1"/>
                </a:solidFill>
                <a:effectLst/>
                <a:latin typeface="Bierstadt" panose="020B0004020202020204" pitchFamily="34" charset="0"/>
              </a:rPr>
              <a:t> </a:t>
            </a:r>
            <a:endParaRPr kumimoji="0" lang="en-US" altLang="en-US" sz="1800" b="0" i="0" u="none" strike="noStrike" cap="none" normalizeH="0" baseline="0" dirty="0">
              <a:ln>
                <a:noFill/>
              </a:ln>
              <a:solidFill>
                <a:schemeClr val="tx1"/>
              </a:solidFill>
              <a:effectLst/>
              <a:latin typeface="Bierstadt" panose="020B0004020202020204" pitchFamily="34" charset="0"/>
            </a:endParaRPr>
          </a:p>
        </p:txBody>
      </p:sp>
      <p:sp>
        <p:nvSpPr>
          <p:cNvPr id="6" name="Rectangle 3">
            <a:extLst>
              <a:ext uri="{FF2B5EF4-FFF2-40B4-BE49-F238E27FC236}">
                <a16:creationId xmlns:a16="http://schemas.microsoft.com/office/drawing/2014/main" id="{6BDF0219-2C74-37D3-09D7-F7FA44417F20}"/>
              </a:ext>
            </a:extLst>
          </p:cNvPr>
          <p:cNvSpPr>
            <a:spLocks noChangeArrowheads="1"/>
          </p:cNvSpPr>
          <p:nvPr/>
        </p:nvSpPr>
        <p:spPr bwMode="auto">
          <a:xfrm>
            <a:off x="0" y="107728"/>
            <a:ext cx="65" cy="24174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1745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Bierstadt" panose="020B0004020202020204" pitchFamily="34" charset="0"/>
            </a:endParaRPr>
          </a:p>
        </p:txBody>
      </p:sp>
    </p:spTree>
    <p:extLst>
      <p:ext uri="{BB962C8B-B14F-4D97-AF65-F5344CB8AC3E}">
        <p14:creationId xmlns:p14="http://schemas.microsoft.com/office/powerpoint/2010/main" val="248719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CF0BE-77E2-A97D-577D-4CFBFD87E618}"/>
              </a:ext>
            </a:extLst>
          </p:cNvPr>
          <p:cNvSpPr>
            <a:spLocks noGrp="1"/>
          </p:cNvSpPr>
          <p:nvPr>
            <p:ph type="title"/>
          </p:nvPr>
        </p:nvSpPr>
        <p:spPr>
          <a:xfrm>
            <a:off x="2055812" y="990600"/>
            <a:ext cx="9906000" cy="1310500"/>
          </a:xfrm>
        </p:spPr>
        <p:txBody>
          <a:bodyPr>
            <a:noAutofit/>
          </a:bodyPr>
          <a:lstStyle/>
          <a:p>
            <a:r>
              <a:rPr lang="en-US" sz="3200" b="1" i="0" u="none" strike="noStrike" cap="all" baseline="0" dirty="0">
                <a:effectLst/>
                <a:latin typeface="Bierstadt" panose="020B0004020202020204" pitchFamily="34" charset="0"/>
              </a:rPr>
              <a:t>ANNUAL CIGARETTE SMOKING-RELATED MORTALITY IN THE UNITED STATES, 2005–2009</a:t>
            </a:r>
            <a:br>
              <a:rPr lang="en-US" sz="3200" dirty="0">
                <a:latin typeface="Bierstadt" panose="020B0004020202020204" pitchFamily="34" charset="0"/>
              </a:rPr>
            </a:br>
            <a:endParaRPr lang="en-US" sz="3200" dirty="0">
              <a:latin typeface="Bierstadt" panose="020B0004020202020204" pitchFamily="34" charset="0"/>
            </a:endParaRPr>
          </a:p>
        </p:txBody>
      </p:sp>
      <p:graphicFrame>
        <p:nvGraphicFramePr>
          <p:cNvPr id="6" name="Content Placeholder 5">
            <a:extLst>
              <a:ext uri="{FF2B5EF4-FFF2-40B4-BE49-F238E27FC236}">
                <a16:creationId xmlns:a16="http://schemas.microsoft.com/office/drawing/2014/main" id="{AB44BCBE-8FC6-0E9C-EAA5-7270B8A06228}"/>
              </a:ext>
            </a:extLst>
          </p:cNvPr>
          <p:cNvGraphicFramePr>
            <a:graphicFrameLocks noGrp="1"/>
          </p:cNvGraphicFramePr>
          <p:nvPr>
            <p:ph idx="1"/>
            <p:extLst>
              <p:ext uri="{D42A27DB-BD31-4B8C-83A1-F6EECF244321}">
                <p14:modId xmlns:p14="http://schemas.microsoft.com/office/powerpoint/2010/main" val="1577348342"/>
              </p:ext>
            </p:extLst>
          </p:nvPr>
        </p:nvGraphicFramePr>
        <p:xfrm>
          <a:off x="2589212" y="1701800"/>
          <a:ext cx="9372600" cy="48653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4B279B53-C480-7403-CB6F-17D502A970BE}"/>
              </a:ext>
            </a:extLst>
          </p:cNvPr>
          <p:cNvSpPr txBox="1"/>
          <p:nvPr/>
        </p:nvSpPr>
        <p:spPr>
          <a:xfrm>
            <a:off x="2741612" y="6477000"/>
            <a:ext cx="8915400" cy="276999"/>
          </a:xfrm>
          <a:prstGeom prst="rect">
            <a:avLst/>
          </a:prstGeom>
          <a:noFill/>
        </p:spPr>
        <p:txBody>
          <a:bodyPr wrap="square" rtlCol="0">
            <a:spAutoFit/>
          </a:bodyPr>
          <a:lstStyle/>
          <a:p>
            <a:r>
              <a:rPr lang="en-US" sz="1200" dirty="0">
                <a:latin typeface="Bierstadt" panose="020B0004020202020204" pitchFamily="34" charset="0"/>
              </a:rPr>
              <a:t>https://www.cdc.gov/tobacco/data_statistics/fact_sheets/health_effects/tobacco_related_mortality/index.htm</a:t>
            </a:r>
          </a:p>
        </p:txBody>
      </p:sp>
    </p:spTree>
    <p:extLst>
      <p:ext uri="{BB962C8B-B14F-4D97-AF65-F5344CB8AC3E}">
        <p14:creationId xmlns:p14="http://schemas.microsoft.com/office/powerpoint/2010/main" val="1946814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62" name="Group 1061">
            <a:extLst>
              <a:ext uri="{FF2B5EF4-FFF2-40B4-BE49-F238E27FC236}">
                <a16:creationId xmlns:a16="http://schemas.microsoft.com/office/drawing/2014/main" id="{15FF890B-3CE7-403A-AECE-2DE04FC7AF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771" y="0"/>
            <a:ext cx="2436179" cy="6858001"/>
            <a:chOff x="1320800" y="0"/>
            <a:chExt cx="2436813" cy="6858001"/>
          </a:xfrm>
        </p:grpSpPr>
        <p:sp>
          <p:nvSpPr>
            <p:cNvPr id="1063" name="Freeform 6">
              <a:extLst>
                <a:ext uri="{FF2B5EF4-FFF2-40B4-BE49-F238E27FC236}">
                  <a16:creationId xmlns:a16="http://schemas.microsoft.com/office/drawing/2014/main" id="{99A4E160-6CFD-4514-9E20-CA6692CCD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064" name="Freeform 7">
              <a:extLst>
                <a:ext uri="{FF2B5EF4-FFF2-40B4-BE49-F238E27FC236}">
                  <a16:creationId xmlns:a16="http://schemas.microsoft.com/office/drawing/2014/main" id="{3DCD16F5-8D15-45FD-BA62-ADAC08183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65" name="Freeform 8">
              <a:extLst>
                <a:ext uri="{FF2B5EF4-FFF2-40B4-BE49-F238E27FC236}">
                  <a16:creationId xmlns:a16="http://schemas.microsoft.com/office/drawing/2014/main" id="{E7CFAF28-6FDA-4C2C-BE51-123D1115F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066" name="Freeform 9">
              <a:extLst>
                <a:ext uri="{FF2B5EF4-FFF2-40B4-BE49-F238E27FC236}">
                  <a16:creationId xmlns:a16="http://schemas.microsoft.com/office/drawing/2014/main" id="{1FD12703-0627-4991-B2A4-F96519F90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067" name="Freeform 10">
              <a:extLst>
                <a:ext uri="{FF2B5EF4-FFF2-40B4-BE49-F238E27FC236}">
                  <a16:creationId xmlns:a16="http://schemas.microsoft.com/office/drawing/2014/main" id="{A5758E0B-DF61-40A8-B765-BC6841906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068" name="Freeform 11">
              <a:extLst>
                <a:ext uri="{FF2B5EF4-FFF2-40B4-BE49-F238E27FC236}">
                  <a16:creationId xmlns:a16="http://schemas.microsoft.com/office/drawing/2014/main" id="{3E063A1F-9566-4436-B4E3-2890FBBC2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263BEDBA-A707-A375-D806-81EDC4C9D5BA}"/>
              </a:ext>
            </a:extLst>
          </p:cNvPr>
          <p:cNvSpPr>
            <a:spLocks noGrp="1"/>
          </p:cNvSpPr>
          <p:nvPr>
            <p:ph type="title"/>
          </p:nvPr>
        </p:nvSpPr>
        <p:spPr>
          <a:xfrm>
            <a:off x="1483924" y="685800"/>
            <a:ext cx="10016104" cy="1752599"/>
          </a:xfrm>
        </p:spPr>
        <p:txBody>
          <a:bodyPr vert="horz" lIns="91440" tIns="45720" rIns="91440" bIns="45720" rtlCol="0" anchor="ctr">
            <a:normAutofit/>
          </a:bodyPr>
          <a:lstStyle/>
          <a:p>
            <a:pPr defTabSz="457200"/>
            <a:r>
              <a:rPr lang="en-US" sz="4000" b="1" dirty="0">
                <a:latin typeface="Bierstadt" panose="020B0004020202020204" pitchFamily="34" charset="0"/>
              </a:rPr>
              <a:t>SOLUTION</a:t>
            </a:r>
          </a:p>
        </p:txBody>
      </p:sp>
      <p:pic>
        <p:nvPicPr>
          <p:cNvPr id="1026" name="Picture 2" descr="How to find a best fitting IT solution for your lending business? |  BankingHub">
            <a:extLst>
              <a:ext uri="{FF2B5EF4-FFF2-40B4-BE49-F238E27FC236}">
                <a16:creationId xmlns:a16="http://schemas.microsoft.com/office/drawing/2014/main" id="{92879FB8-BF6C-AA2F-33E1-90AC304752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930" r="5177" b="-2"/>
          <a:stretch/>
        </p:blipFill>
        <p:spPr bwMode="auto">
          <a:xfrm>
            <a:off x="1659632" y="2544813"/>
            <a:ext cx="3535102" cy="3388847"/>
          </a:xfrm>
          <a:prstGeom prst="roundRect">
            <a:avLst>
              <a:gd name="adj" fmla="val 4380"/>
            </a:avLst>
          </a:prstGeom>
          <a:solidFill>
            <a:srgbClr val="FFFFFF"/>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3" name="Content Placeholder 2">
            <a:extLst>
              <a:ext uri="{FF2B5EF4-FFF2-40B4-BE49-F238E27FC236}">
                <a16:creationId xmlns:a16="http://schemas.microsoft.com/office/drawing/2014/main" id="{4317156C-E6B3-A05A-DA3F-91DA94977FBF}"/>
              </a:ext>
            </a:extLst>
          </p:cNvPr>
          <p:cNvSpPr>
            <a:spLocks noGrp="1"/>
          </p:cNvSpPr>
          <p:nvPr>
            <p:ph type="body" sz="half" idx="2"/>
          </p:nvPr>
        </p:nvSpPr>
        <p:spPr>
          <a:xfrm>
            <a:off x="5717333" y="2779642"/>
            <a:ext cx="5485258" cy="3124201"/>
          </a:xfrm>
        </p:spPr>
        <p:txBody>
          <a:bodyPr vert="horz" lIns="91440" tIns="45720" rIns="91440" bIns="45720" rtlCol="0" anchor="t">
            <a:normAutofit/>
          </a:bodyPr>
          <a:lstStyle/>
          <a:p>
            <a:pPr algn="l" defTabSz="457200"/>
            <a:r>
              <a:rPr lang="en-US" sz="2400" dirty="0">
                <a:latin typeface="Bierstadt" panose="020B0004020202020204" pitchFamily="34" charset="0"/>
              </a:rPr>
              <a:t>An effective </a:t>
            </a:r>
            <a:r>
              <a:rPr lang="en-US" sz="2400" b="1" dirty="0">
                <a:latin typeface="Bierstadt" panose="020B0004020202020204" pitchFamily="34" charset="0"/>
              </a:rPr>
              <a:t>ventilation system </a:t>
            </a:r>
            <a:r>
              <a:rPr lang="en-US" sz="2400" dirty="0">
                <a:latin typeface="Bierstadt" panose="020B0004020202020204" pitchFamily="34" charset="0"/>
              </a:rPr>
              <a:t>using all possible resources while </a:t>
            </a:r>
            <a:r>
              <a:rPr lang="en-US" sz="2400" b="1" dirty="0">
                <a:latin typeface="Bierstadt" panose="020B0004020202020204" pitchFamily="34" charset="0"/>
              </a:rPr>
              <a:t>monitoring the room</a:t>
            </a:r>
            <a:r>
              <a:rPr lang="en-US" sz="2400" dirty="0">
                <a:latin typeface="Bierstadt" panose="020B0004020202020204" pitchFamily="34" charset="0"/>
              </a:rPr>
              <a:t> humidity, temperature, and smoke levels to ensure </a:t>
            </a:r>
            <a:r>
              <a:rPr lang="en-US" sz="2400" b="1" dirty="0">
                <a:latin typeface="Bierstadt" panose="020B0004020202020204" pitchFamily="34" charset="0"/>
              </a:rPr>
              <a:t>maximum efficiency and protection</a:t>
            </a:r>
            <a:r>
              <a:rPr lang="en-US" sz="2400" dirty="0">
                <a:latin typeface="Bierstadt" panose="020B0004020202020204" pitchFamily="34" charset="0"/>
              </a:rPr>
              <a:t>.</a:t>
            </a:r>
          </a:p>
        </p:txBody>
      </p:sp>
    </p:spTree>
    <p:extLst>
      <p:ext uri="{BB962C8B-B14F-4D97-AF65-F5344CB8AC3E}">
        <p14:creationId xmlns:p14="http://schemas.microsoft.com/office/powerpoint/2010/main" val="1306929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5FF890B-3CE7-403A-AECE-2DE04FC7AF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771" y="0"/>
            <a:ext cx="2436179" cy="6858001"/>
            <a:chOff x="1320800" y="0"/>
            <a:chExt cx="2436813" cy="6858001"/>
          </a:xfrm>
        </p:grpSpPr>
        <p:sp>
          <p:nvSpPr>
            <p:cNvPr id="10" name="Freeform 6">
              <a:extLst>
                <a:ext uri="{FF2B5EF4-FFF2-40B4-BE49-F238E27FC236}">
                  <a16:creationId xmlns:a16="http://schemas.microsoft.com/office/drawing/2014/main" id="{99A4E160-6CFD-4514-9E20-CA6692CCD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1" name="Freeform 7">
              <a:extLst>
                <a:ext uri="{FF2B5EF4-FFF2-40B4-BE49-F238E27FC236}">
                  <a16:creationId xmlns:a16="http://schemas.microsoft.com/office/drawing/2014/main" id="{3DCD16F5-8D15-45FD-BA62-ADAC08183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2" name="Freeform 8">
              <a:extLst>
                <a:ext uri="{FF2B5EF4-FFF2-40B4-BE49-F238E27FC236}">
                  <a16:creationId xmlns:a16="http://schemas.microsoft.com/office/drawing/2014/main" id="{E7CFAF28-6FDA-4C2C-BE51-123D1115F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3" name="Freeform 9">
              <a:extLst>
                <a:ext uri="{FF2B5EF4-FFF2-40B4-BE49-F238E27FC236}">
                  <a16:creationId xmlns:a16="http://schemas.microsoft.com/office/drawing/2014/main" id="{1FD12703-0627-4991-B2A4-F96519F90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4" name="Freeform 10">
              <a:extLst>
                <a:ext uri="{FF2B5EF4-FFF2-40B4-BE49-F238E27FC236}">
                  <a16:creationId xmlns:a16="http://schemas.microsoft.com/office/drawing/2014/main" id="{A5758E0B-DF61-40A8-B765-BC6841906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5" name="Freeform 11">
              <a:extLst>
                <a:ext uri="{FF2B5EF4-FFF2-40B4-BE49-F238E27FC236}">
                  <a16:creationId xmlns:a16="http://schemas.microsoft.com/office/drawing/2014/main" id="{3E063A1F-9566-4436-B4E3-2890FBBC2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A674A68C-1714-FB0E-1317-CD4EAC1F7008}"/>
              </a:ext>
            </a:extLst>
          </p:cNvPr>
          <p:cNvSpPr>
            <a:spLocks noGrp="1"/>
          </p:cNvSpPr>
          <p:nvPr>
            <p:ph type="title"/>
          </p:nvPr>
        </p:nvSpPr>
        <p:spPr>
          <a:xfrm>
            <a:off x="1483924" y="685800"/>
            <a:ext cx="10016104" cy="1752599"/>
          </a:xfrm>
        </p:spPr>
        <p:txBody>
          <a:bodyPr vert="horz" lIns="91440" tIns="45720" rIns="91440" bIns="45720" rtlCol="0" anchor="ctr">
            <a:normAutofit/>
          </a:bodyPr>
          <a:lstStyle/>
          <a:p>
            <a:pPr defTabSz="457200"/>
            <a:r>
              <a:rPr lang="en-US" sz="4000" b="1" dirty="0">
                <a:latin typeface="Bierstadt" panose="020B0004020202020204" pitchFamily="34" charset="0"/>
              </a:rPr>
              <a:t>PROJECT IDEA</a:t>
            </a:r>
          </a:p>
        </p:txBody>
      </p:sp>
      <p:pic>
        <p:nvPicPr>
          <p:cNvPr id="4" name="Content Placeholder 4" descr="Head with gears outline">
            <a:extLst>
              <a:ext uri="{FF2B5EF4-FFF2-40B4-BE49-F238E27FC236}">
                <a16:creationId xmlns:a16="http://schemas.microsoft.com/office/drawing/2014/main" id="{4AB31135-9291-44B5-A9BC-131CDB2F1A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06814" y="2743199"/>
            <a:ext cx="3047999" cy="3047999"/>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3" name="Content Placeholder 2">
            <a:extLst>
              <a:ext uri="{FF2B5EF4-FFF2-40B4-BE49-F238E27FC236}">
                <a16:creationId xmlns:a16="http://schemas.microsoft.com/office/drawing/2014/main" id="{AA5C2B06-20F1-57EA-9ACD-AAC3152B782D}"/>
              </a:ext>
            </a:extLst>
          </p:cNvPr>
          <p:cNvSpPr>
            <a:spLocks noGrp="1"/>
          </p:cNvSpPr>
          <p:nvPr>
            <p:ph sz="half" idx="1"/>
          </p:nvPr>
        </p:nvSpPr>
        <p:spPr>
          <a:xfrm>
            <a:off x="5714019" y="2664619"/>
            <a:ext cx="5485258" cy="3124201"/>
          </a:xfrm>
        </p:spPr>
        <p:txBody>
          <a:bodyPr vert="horz" lIns="91440" tIns="45720" rIns="91440" bIns="45720" rtlCol="0" anchor="t">
            <a:normAutofit fontScale="92500" lnSpcReduction="10000"/>
          </a:bodyPr>
          <a:lstStyle/>
          <a:p>
            <a:pPr defTabSz="457200"/>
            <a:r>
              <a:rPr lang="en-US" sz="2400" dirty="0">
                <a:latin typeface="Bierstadt" panose="020B0004020202020204" pitchFamily="34" charset="0"/>
              </a:rPr>
              <a:t>A </a:t>
            </a:r>
            <a:r>
              <a:rPr lang="en-US" sz="2400" b="1" dirty="0">
                <a:latin typeface="Bierstadt" panose="020B0004020202020204" pitchFamily="34" charset="0"/>
              </a:rPr>
              <a:t>room-monitoring system </a:t>
            </a:r>
            <a:r>
              <a:rPr lang="en-US" sz="2400" dirty="0">
                <a:latin typeface="Bierstadt" panose="020B0004020202020204" pitchFamily="34" charset="0"/>
              </a:rPr>
              <a:t>made by a </a:t>
            </a:r>
            <a:r>
              <a:rPr lang="en-US" sz="2400" b="1" dirty="0">
                <a:latin typeface="Bierstadt" panose="020B0004020202020204" pitchFamily="34" charset="0"/>
              </a:rPr>
              <a:t>chain of micro-bits </a:t>
            </a:r>
            <a:r>
              <a:rPr lang="en-US" sz="2400" dirty="0">
                <a:latin typeface="Bierstadt" panose="020B0004020202020204" pitchFamily="34" charset="0"/>
              </a:rPr>
              <a:t>that monitor the rooms, especially where there is smoking. </a:t>
            </a:r>
          </a:p>
          <a:p>
            <a:pPr defTabSz="457200"/>
            <a:r>
              <a:rPr lang="en-US" sz="2400" b="1" dirty="0">
                <a:latin typeface="Bierstadt" panose="020B0004020202020204" pitchFamily="34" charset="0"/>
              </a:rPr>
              <a:t>My system </a:t>
            </a:r>
            <a:r>
              <a:rPr lang="en-US" sz="2400" dirty="0">
                <a:latin typeface="Bierstadt" panose="020B0004020202020204" pitchFamily="34" charset="0"/>
              </a:rPr>
              <a:t>monitors the levels of humidity, temperature, and smoke (nicotine), and change </a:t>
            </a:r>
            <a:r>
              <a:rPr lang="en-US" sz="2400" b="1" dirty="0">
                <a:latin typeface="Bierstadt" panose="020B0004020202020204" pitchFamily="34" charset="0"/>
              </a:rPr>
              <a:t>the room settings </a:t>
            </a:r>
            <a:r>
              <a:rPr lang="en-US" sz="2400" dirty="0">
                <a:latin typeface="Bierstadt" panose="020B0004020202020204" pitchFamily="34" charset="0"/>
              </a:rPr>
              <a:t>based on the sensors’ data to create a </a:t>
            </a:r>
            <a:r>
              <a:rPr lang="en-US" sz="2400" b="1" dirty="0">
                <a:latin typeface="Bierstadt" panose="020B0004020202020204" pitchFamily="34" charset="0"/>
              </a:rPr>
              <a:t>healthy and decontaminated </a:t>
            </a:r>
            <a:r>
              <a:rPr lang="en-US" sz="2400" dirty="0">
                <a:latin typeface="Bierstadt" panose="020B0004020202020204" pitchFamily="34" charset="0"/>
              </a:rPr>
              <a:t>area.</a:t>
            </a:r>
          </a:p>
        </p:txBody>
      </p:sp>
    </p:spTree>
    <p:extLst>
      <p:ext uri="{BB962C8B-B14F-4D97-AF65-F5344CB8AC3E}">
        <p14:creationId xmlns:p14="http://schemas.microsoft.com/office/powerpoint/2010/main" val="3556327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C2889-1A90-B47A-7A06-B31EE045D7DE}"/>
              </a:ext>
            </a:extLst>
          </p:cNvPr>
          <p:cNvSpPr>
            <a:spLocks noGrp="1"/>
          </p:cNvSpPr>
          <p:nvPr>
            <p:ph type="title"/>
          </p:nvPr>
        </p:nvSpPr>
        <p:spPr>
          <a:xfrm>
            <a:off x="2055812" y="261939"/>
            <a:ext cx="9339468" cy="1566861"/>
          </a:xfrm>
        </p:spPr>
        <p:txBody>
          <a:bodyPr vert="horz" lIns="91440" tIns="45720" rIns="91440" bIns="45720" rtlCol="0" anchor="ctr">
            <a:normAutofit/>
          </a:bodyPr>
          <a:lstStyle/>
          <a:p>
            <a:pPr defTabSz="457200"/>
            <a:r>
              <a:rPr lang="en-US" sz="4000" b="1" dirty="0">
                <a:latin typeface="Bierstadt" panose="020B0004020202020204" pitchFamily="34" charset="0"/>
              </a:rPr>
              <a:t>Design (1)</a:t>
            </a:r>
          </a:p>
        </p:txBody>
      </p:sp>
      <p:pic>
        <p:nvPicPr>
          <p:cNvPr id="1026" name="Picture 2" descr="Text, whiteboard&#10;&#10;Description automatically generated">
            <a:extLst>
              <a:ext uri="{FF2B5EF4-FFF2-40B4-BE49-F238E27FC236}">
                <a16:creationId xmlns:a16="http://schemas.microsoft.com/office/drawing/2014/main" id="{60D321C3-E0E9-E4EC-CC71-160FEF783B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65"/>
          <a:stretch/>
        </p:blipFill>
        <p:spPr bwMode="auto">
          <a:xfrm>
            <a:off x="1647453" y="1981200"/>
            <a:ext cx="3900038" cy="4127844"/>
          </a:xfrm>
          <a:prstGeom prst="roundRect">
            <a:avLst>
              <a:gd name="adj" fmla="val 4380"/>
            </a:avLst>
          </a:prstGeom>
          <a:solidFill>
            <a:srgbClr val="FFFFFF"/>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3" name="Content Placeholder 2">
            <a:extLst>
              <a:ext uri="{FF2B5EF4-FFF2-40B4-BE49-F238E27FC236}">
                <a16:creationId xmlns:a16="http://schemas.microsoft.com/office/drawing/2014/main" id="{33B8B35D-F922-0D7E-EA64-FD7445CD7EEF}"/>
              </a:ext>
            </a:extLst>
          </p:cNvPr>
          <p:cNvSpPr>
            <a:spLocks noGrp="1"/>
          </p:cNvSpPr>
          <p:nvPr>
            <p:ph sz="half" idx="1"/>
          </p:nvPr>
        </p:nvSpPr>
        <p:spPr>
          <a:xfrm>
            <a:off x="6021118" y="1968156"/>
            <a:ext cx="5485258" cy="4491037"/>
          </a:xfrm>
        </p:spPr>
        <p:txBody>
          <a:bodyPr vert="horz" lIns="91440" tIns="45720" rIns="91440" bIns="45720" rtlCol="0" anchor="t">
            <a:noAutofit/>
          </a:bodyPr>
          <a:lstStyle/>
          <a:p>
            <a:pPr defTabSz="457200">
              <a:lnSpc>
                <a:spcPct val="90000"/>
              </a:lnSpc>
            </a:pPr>
            <a:r>
              <a:rPr lang="en-US" sz="2400" dirty="0">
                <a:latin typeface="Bierstadt" panose="020B0004020202020204" pitchFamily="34" charset="0"/>
              </a:rPr>
              <a:t>It is a room-monitoring system made by a group of sensors connected to a monitoring panel where the average of each aspect is calculated to be displayed. </a:t>
            </a:r>
          </a:p>
          <a:p>
            <a:pPr defTabSz="457200">
              <a:lnSpc>
                <a:spcPct val="90000"/>
              </a:lnSpc>
            </a:pPr>
            <a:r>
              <a:rPr lang="en-US" sz="2400" dirty="0">
                <a:latin typeface="Bierstadt" panose="020B0004020202020204" pitchFamily="34" charset="0"/>
              </a:rPr>
              <a:t>This system monitors the room temperature, humidity level, and smoke level by a group of sensing units distributed in the room. Each room contains at least 2 units.</a:t>
            </a:r>
          </a:p>
        </p:txBody>
      </p:sp>
    </p:spTree>
    <p:extLst>
      <p:ext uri="{BB962C8B-B14F-4D97-AF65-F5344CB8AC3E}">
        <p14:creationId xmlns:p14="http://schemas.microsoft.com/office/powerpoint/2010/main" val="395554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31" name="Group 1030">
            <a:extLst>
              <a:ext uri="{FF2B5EF4-FFF2-40B4-BE49-F238E27FC236}">
                <a16:creationId xmlns:a16="http://schemas.microsoft.com/office/drawing/2014/main" id="{15FF890B-3CE7-403A-AECE-2DE04FC7AF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771" y="0"/>
            <a:ext cx="2436179" cy="6858001"/>
            <a:chOff x="1320800" y="0"/>
            <a:chExt cx="2436813" cy="6858001"/>
          </a:xfrm>
        </p:grpSpPr>
        <p:sp>
          <p:nvSpPr>
            <p:cNvPr id="1032" name="Freeform 6">
              <a:extLst>
                <a:ext uri="{FF2B5EF4-FFF2-40B4-BE49-F238E27FC236}">
                  <a16:creationId xmlns:a16="http://schemas.microsoft.com/office/drawing/2014/main" id="{99A4E160-6CFD-4514-9E20-CA6692CCD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033" name="Freeform 7">
              <a:extLst>
                <a:ext uri="{FF2B5EF4-FFF2-40B4-BE49-F238E27FC236}">
                  <a16:creationId xmlns:a16="http://schemas.microsoft.com/office/drawing/2014/main" id="{3DCD16F5-8D15-45FD-BA62-ADAC08183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34" name="Freeform 8">
              <a:extLst>
                <a:ext uri="{FF2B5EF4-FFF2-40B4-BE49-F238E27FC236}">
                  <a16:creationId xmlns:a16="http://schemas.microsoft.com/office/drawing/2014/main" id="{E7CFAF28-6FDA-4C2C-BE51-123D1115F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035" name="Freeform 9">
              <a:extLst>
                <a:ext uri="{FF2B5EF4-FFF2-40B4-BE49-F238E27FC236}">
                  <a16:creationId xmlns:a16="http://schemas.microsoft.com/office/drawing/2014/main" id="{1FD12703-0627-4991-B2A4-F96519F90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036" name="Freeform 10">
              <a:extLst>
                <a:ext uri="{FF2B5EF4-FFF2-40B4-BE49-F238E27FC236}">
                  <a16:creationId xmlns:a16="http://schemas.microsoft.com/office/drawing/2014/main" id="{A5758E0B-DF61-40A8-B765-BC6841906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037" name="Freeform 11">
              <a:extLst>
                <a:ext uri="{FF2B5EF4-FFF2-40B4-BE49-F238E27FC236}">
                  <a16:creationId xmlns:a16="http://schemas.microsoft.com/office/drawing/2014/main" id="{3E063A1F-9566-4436-B4E3-2890FBBC2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C56C2889-1A90-B47A-7A06-B31EE045D7DE}"/>
              </a:ext>
            </a:extLst>
          </p:cNvPr>
          <p:cNvSpPr>
            <a:spLocks noGrp="1"/>
          </p:cNvSpPr>
          <p:nvPr>
            <p:ph type="title"/>
          </p:nvPr>
        </p:nvSpPr>
        <p:spPr>
          <a:xfrm>
            <a:off x="2055812" y="261939"/>
            <a:ext cx="9339468" cy="1566861"/>
          </a:xfrm>
        </p:spPr>
        <p:txBody>
          <a:bodyPr vert="horz" lIns="91440" tIns="45720" rIns="91440" bIns="45720" rtlCol="0" anchor="ctr">
            <a:normAutofit/>
          </a:bodyPr>
          <a:lstStyle/>
          <a:p>
            <a:pPr defTabSz="457200"/>
            <a:r>
              <a:rPr lang="en-US" sz="4000" b="1" dirty="0"/>
              <a:t> </a:t>
            </a:r>
            <a:r>
              <a:rPr lang="en-US" sz="4000" b="1" dirty="0">
                <a:latin typeface="Bierstadt" panose="020B0004020202020204" pitchFamily="34" charset="0"/>
              </a:rPr>
              <a:t>Design (2)</a:t>
            </a:r>
          </a:p>
        </p:txBody>
      </p:sp>
      <p:pic>
        <p:nvPicPr>
          <p:cNvPr id="1026" name="Picture 2" descr="Text, whiteboard&#10;&#10;Description automatically generated">
            <a:extLst>
              <a:ext uri="{FF2B5EF4-FFF2-40B4-BE49-F238E27FC236}">
                <a16:creationId xmlns:a16="http://schemas.microsoft.com/office/drawing/2014/main" id="{60D321C3-E0E9-E4EC-CC71-160FEF783B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365"/>
          <a:stretch/>
        </p:blipFill>
        <p:spPr bwMode="auto">
          <a:xfrm>
            <a:off x="1647453" y="1981200"/>
            <a:ext cx="3900038" cy="4127844"/>
          </a:xfrm>
          <a:prstGeom prst="roundRect">
            <a:avLst>
              <a:gd name="adj" fmla="val 4380"/>
            </a:avLst>
          </a:prstGeom>
          <a:solidFill>
            <a:srgbClr val="FFFFFF"/>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3" name="Content Placeholder 2">
            <a:extLst>
              <a:ext uri="{FF2B5EF4-FFF2-40B4-BE49-F238E27FC236}">
                <a16:creationId xmlns:a16="http://schemas.microsoft.com/office/drawing/2014/main" id="{33B8B35D-F922-0D7E-EA64-FD7445CD7EEF}"/>
              </a:ext>
            </a:extLst>
          </p:cNvPr>
          <p:cNvSpPr>
            <a:spLocks noGrp="1"/>
          </p:cNvSpPr>
          <p:nvPr>
            <p:ph sz="half" idx="1"/>
          </p:nvPr>
        </p:nvSpPr>
        <p:spPr>
          <a:xfrm>
            <a:off x="5934938" y="1977886"/>
            <a:ext cx="5485258" cy="4127843"/>
          </a:xfrm>
        </p:spPr>
        <p:txBody>
          <a:bodyPr vert="horz" lIns="91440" tIns="45720" rIns="91440" bIns="45720" rtlCol="0" anchor="t">
            <a:noAutofit/>
          </a:bodyPr>
          <a:lstStyle/>
          <a:p>
            <a:pPr defTabSz="457200">
              <a:lnSpc>
                <a:spcPct val="90000"/>
              </a:lnSpc>
            </a:pPr>
            <a:r>
              <a:rPr lang="en-US" sz="2200" dirty="0">
                <a:latin typeface="Bierstadt" panose="020B0004020202020204" pitchFamily="34" charset="0"/>
              </a:rPr>
              <a:t>The monitoring panel calculates and displays the average room temperature, humidity level, and smoke level. </a:t>
            </a:r>
          </a:p>
          <a:p>
            <a:pPr defTabSz="457200">
              <a:lnSpc>
                <a:spcPct val="90000"/>
              </a:lnSpc>
            </a:pPr>
            <a:r>
              <a:rPr lang="en-US" sz="2200" dirty="0">
                <a:latin typeface="Bierstadt" panose="020B0004020202020204" pitchFamily="34" charset="0"/>
              </a:rPr>
              <a:t>This panel alerts the room workers if one of the monitored aspects becomes dangerously high or low to take the right action like opening windows or turning on the ventilation system to reduce the levels of the monitored aspects.</a:t>
            </a:r>
          </a:p>
          <a:p>
            <a:pPr defTabSz="457200">
              <a:lnSpc>
                <a:spcPct val="90000"/>
              </a:lnSpc>
            </a:pPr>
            <a:r>
              <a:rPr lang="en-US" sz="2200" dirty="0">
                <a:latin typeface="Bierstadt" panose="020B0004020202020204" pitchFamily="34" charset="0"/>
              </a:rPr>
              <a:t>The alerting levels are based on the seasons or the types of common viruses in the area. </a:t>
            </a:r>
          </a:p>
          <a:p>
            <a:pPr defTabSz="457200">
              <a:lnSpc>
                <a:spcPct val="90000"/>
              </a:lnSpc>
            </a:pPr>
            <a:endParaRPr lang="en-US" sz="2200" dirty="0"/>
          </a:p>
        </p:txBody>
      </p:sp>
    </p:spTree>
    <p:extLst>
      <p:ext uri="{BB962C8B-B14F-4D97-AF65-F5344CB8AC3E}">
        <p14:creationId xmlns:p14="http://schemas.microsoft.com/office/powerpoint/2010/main" val="2149103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room with tables and chairs&#10;&#10;Description automatically generated with low confidence">
            <a:extLst>
              <a:ext uri="{FF2B5EF4-FFF2-40B4-BE49-F238E27FC236}">
                <a16:creationId xmlns:a16="http://schemas.microsoft.com/office/drawing/2014/main" id="{6BEB601C-A9B6-7744-7B9E-9177A1B434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8000"/>
          </a:xfrm>
          <a:prstGeom prst="rect">
            <a:avLst/>
          </a:prstGeom>
        </p:spPr>
      </p:pic>
    </p:spTree>
    <p:extLst>
      <p:ext uri="{BB962C8B-B14F-4D97-AF65-F5344CB8AC3E}">
        <p14:creationId xmlns:p14="http://schemas.microsoft.com/office/powerpoint/2010/main" val="1669178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75C23-C6D6-357A-5117-0AF1724DFA12}"/>
              </a:ext>
            </a:extLst>
          </p:cNvPr>
          <p:cNvSpPr>
            <a:spLocks noGrp="1"/>
          </p:cNvSpPr>
          <p:nvPr>
            <p:ph type="title"/>
          </p:nvPr>
        </p:nvSpPr>
        <p:spPr>
          <a:xfrm>
            <a:off x="1483924" y="685800"/>
            <a:ext cx="10016104" cy="1752599"/>
          </a:xfrm>
        </p:spPr>
        <p:txBody>
          <a:bodyPr>
            <a:normAutofit/>
          </a:bodyPr>
          <a:lstStyle/>
          <a:p>
            <a:r>
              <a:rPr lang="en-US" b="1" dirty="0">
                <a:latin typeface="Bierstadt" panose="020B0004020202020204" pitchFamily="34" charset="0"/>
              </a:rPr>
              <a:t>Micro bit network</a:t>
            </a:r>
          </a:p>
        </p:txBody>
      </p:sp>
      <p:pic>
        <p:nvPicPr>
          <p:cNvPr id="5" name="Picture 4" descr="Diagram&#10;&#10;Description automatically generated">
            <a:extLst>
              <a:ext uri="{FF2B5EF4-FFF2-40B4-BE49-F238E27FC236}">
                <a16:creationId xmlns:a16="http://schemas.microsoft.com/office/drawing/2014/main" id="{CA6F13DB-F773-A5AC-5E6C-6278D612F0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1724" y="2886783"/>
            <a:ext cx="3958180" cy="2760830"/>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3" name="Content Placeholder 2">
            <a:extLst>
              <a:ext uri="{FF2B5EF4-FFF2-40B4-BE49-F238E27FC236}">
                <a16:creationId xmlns:a16="http://schemas.microsoft.com/office/drawing/2014/main" id="{681B2447-D335-D11C-952A-2E49D0FF0374}"/>
              </a:ext>
            </a:extLst>
          </p:cNvPr>
          <p:cNvSpPr>
            <a:spLocks noGrp="1"/>
          </p:cNvSpPr>
          <p:nvPr>
            <p:ph idx="1"/>
          </p:nvPr>
        </p:nvSpPr>
        <p:spPr>
          <a:xfrm>
            <a:off x="6029747" y="2886784"/>
            <a:ext cx="5485258" cy="2760829"/>
          </a:xfrm>
        </p:spPr>
        <p:txBody>
          <a:bodyPr anchor="t">
            <a:normAutofit/>
          </a:bodyPr>
          <a:lstStyle/>
          <a:p>
            <a:pPr marL="0" indent="0">
              <a:buNone/>
            </a:pPr>
            <a:r>
              <a:rPr lang="en-US" dirty="0">
                <a:latin typeface="Bierstadt" panose="020B0004020202020204" pitchFamily="34" charset="0"/>
              </a:rPr>
              <a:t>The network is formed of three micro bits(smallest network example):</a:t>
            </a:r>
          </a:p>
          <a:p>
            <a:pPr marL="457200" indent="-457200">
              <a:buFont typeface="Wingdings" panose="05000000000000000000" pitchFamily="2" charset="2"/>
              <a:buChar char="§"/>
            </a:pPr>
            <a:r>
              <a:rPr lang="en-US" dirty="0">
                <a:latin typeface="Bierstadt" panose="020B0004020202020204" pitchFamily="34" charset="0"/>
              </a:rPr>
              <a:t>2 secondary micro bit.</a:t>
            </a:r>
          </a:p>
          <a:p>
            <a:pPr marL="457200" indent="-457200">
              <a:buFont typeface="Wingdings" panose="05000000000000000000" pitchFamily="2" charset="2"/>
              <a:buChar char="§"/>
            </a:pPr>
            <a:r>
              <a:rPr lang="en-US" dirty="0">
                <a:latin typeface="Bierstadt" panose="020B0004020202020204" pitchFamily="34" charset="0"/>
              </a:rPr>
              <a:t>1 main micro bit.</a:t>
            </a:r>
          </a:p>
          <a:p>
            <a:pPr marL="0" indent="0">
              <a:buNone/>
            </a:pPr>
            <a:endParaRPr lang="en-US" dirty="0"/>
          </a:p>
          <a:p>
            <a:endParaRPr lang="en-US" dirty="0"/>
          </a:p>
        </p:txBody>
      </p:sp>
    </p:spTree>
    <p:extLst>
      <p:ext uri="{BB962C8B-B14F-4D97-AF65-F5344CB8AC3E}">
        <p14:creationId xmlns:p14="http://schemas.microsoft.com/office/powerpoint/2010/main" val="192321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FEBD7-7360-C256-44A7-B4A54257D46D}"/>
              </a:ext>
            </a:extLst>
          </p:cNvPr>
          <p:cNvSpPr>
            <a:spLocks noGrp="1"/>
          </p:cNvSpPr>
          <p:nvPr>
            <p:ph type="title"/>
          </p:nvPr>
        </p:nvSpPr>
        <p:spPr>
          <a:xfrm>
            <a:off x="1598612" y="250322"/>
            <a:ext cx="10016104" cy="1600200"/>
          </a:xfrm>
        </p:spPr>
        <p:txBody>
          <a:bodyPr>
            <a:normAutofit/>
          </a:bodyPr>
          <a:lstStyle/>
          <a:p>
            <a:r>
              <a:rPr lang="en-US" b="1" dirty="0">
                <a:latin typeface="Bierstadt" panose="020B0004020202020204" pitchFamily="34" charset="0"/>
              </a:rPr>
              <a:t>System Settings</a:t>
            </a:r>
          </a:p>
        </p:txBody>
      </p:sp>
      <p:graphicFrame>
        <p:nvGraphicFramePr>
          <p:cNvPr id="8" name="Content Placeholder 2">
            <a:extLst>
              <a:ext uri="{FF2B5EF4-FFF2-40B4-BE49-F238E27FC236}">
                <a16:creationId xmlns:a16="http://schemas.microsoft.com/office/drawing/2014/main" id="{2363C162-FA18-934C-3C2B-FB3CBC9E42A3}"/>
              </a:ext>
            </a:extLst>
          </p:cNvPr>
          <p:cNvGraphicFramePr>
            <a:graphicFrameLocks noGrp="1"/>
          </p:cNvGraphicFramePr>
          <p:nvPr>
            <p:ph idx="1"/>
            <p:extLst>
              <p:ext uri="{D42A27DB-BD31-4B8C-83A1-F6EECF244321}">
                <p14:modId xmlns:p14="http://schemas.microsoft.com/office/powerpoint/2010/main" val="4082069941"/>
              </p:ext>
            </p:extLst>
          </p:nvPr>
        </p:nvGraphicFramePr>
        <p:xfrm>
          <a:off x="2360613" y="2379427"/>
          <a:ext cx="8806932" cy="33572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e 6">
            <a:extLst>
              <a:ext uri="{FF2B5EF4-FFF2-40B4-BE49-F238E27FC236}">
                <a16:creationId xmlns:a16="http://schemas.microsoft.com/office/drawing/2014/main" id="{5C99FA2E-0764-F8D9-139A-CBF6BBD1FDCD}"/>
              </a:ext>
            </a:extLst>
          </p:cNvPr>
          <p:cNvGraphicFramePr>
            <a:graphicFrameLocks noGrp="1"/>
          </p:cNvGraphicFramePr>
          <p:nvPr>
            <p:extLst>
              <p:ext uri="{D42A27DB-BD31-4B8C-83A1-F6EECF244321}">
                <p14:modId xmlns:p14="http://schemas.microsoft.com/office/powerpoint/2010/main" val="1408728659"/>
              </p:ext>
            </p:extLst>
          </p:nvPr>
        </p:nvGraphicFramePr>
        <p:xfrm>
          <a:off x="2349085" y="5369687"/>
          <a:ext cx="9572392" cy="1107313"/>
        </p:xfrm>
        <a:graphic>
          <a:graphicData uri="http://schemas.openxmlformats.org/drawingml/2006/table">
            <a:tbl>
              <a:tblPr firstRow="1" bandRow="1">
                <a:tableStyleId>{3B4B98B0-60AC-42C2-AFA5-B58CD77FA1E5}</a:tableStyleId>
              </a:tblPr>
              <a:tblGrid>
                <a:gridCol w="3186660">
                  <a:extLst>
                    <a:ext uri="{9D8B030D-6E8A-4147-A177-3AD203B41FA5}">
                      <a16:colId xmlns:a16="http://schemas.microsoft.com/office/drawing/2014/main" val="3765578379"/>
                    </a:ext>
                  </a:extLst>
                </a:gridCol>
                <a:gridCol w="3194935">
                  <a:extLst>
                    <a:ext uri="{9D8B030D-6E8A-4147-A177-3AD203B41FA5}">
                      <a16:colId xmlns:a16="http://schemas.microsoft.com/office/drawing/2014/main" val="484652058"/>
                    </a:ext>
                  </a:extLst>
                </a:gridCol>
                <a:gridCol w="3190797">
                  <a:extLst>
                    <a:ext uri="{9D8B030D-6E8A-4147-A177-3AD203B41FA5}">
                      <a16:colId xmlns:a16="http://schemas.microsoft.com/office/drawing/2014/main" val="2988180381"/>
                    </a:ext>
                  </a:extLst>
                </a:gridCol>
              </a:tblGrid>
              <a:tr h="303398">
                <a:tc>
                  <a:txBody>
                    <a:bodyPr/>
                    <a:lstStyle/>
                    <a:p>
                      <a:pPr algn="ctr"/>
                      <a:r>
                        <a:rPr lang="en-US" dirty="0">
                          <a:solidFill>
                            <a:schemeClr val="accent1"/>
                          </a:solidFill>
                          <a:latin typeface="Bierstadt" panose="020B0004020202020204" pitchFamily="34" charset="0"/>
                        </a:rPr>
                        <a:t>Settings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solidFill>
                            <a:schemeClr val="accent1"/>
                          </a:solidFill>
                          <a:latin typeface="Bierstadt" panose="020B0004020202020204" pitchFamily="34" charset="0"/>
                        </a:rPr>
                        <a:t>Temperature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solidFill>
                            <a:schemeClr val="accent1"/>
                          </a:solidFill>
                          <a:latin typeface="Bierstadt" panose="020B0004020202020204" pitchFamily="34" charset="0"/>
                        </a:rPr>
                        <a:t>Common Viruses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3365352"/>
                  </a:ext>
                </a:extLst>
              </a:tr>
              <a:tr h="370840">
                <a:tc>
                  <a:txBody>
                    <a:bodyPr/>
                    <a:lstStyle/>
                    <a:p>
                      <a:pPr algn="ctr"/>
                      <a:r>
                        <a:rPr lang="en-US" b="1" dirty="0">
                          <a:solidFill>
                            <a:schemeClr val="accent1"/>
                          </a:solidFill>
                          <a:latin typeface="Bierstadt" panose="020B0004020202020204" pitchFamily="34" charset="0"/>
                        </a:rPr>
                        <a:t>Winter settings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Bierstadt" panose="020B0004020202020204" pitchFamily="34" charset="0"/>
                        </a:rPr>
                        <a:t>&lt;22-Degree Celsius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Bierstadt" panose="020B0004020202020204" pitchFamily="34" charset="0"/>
                        </a:rPr>
                        <a:t>Cold-Flu-RSV…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0364203"/>
                  </a:ext>
                </a:extLst>
              </a:tr>
              <a:tr h="370840">
                <a:tc>
                  <a:txBody>
                    <a:bodyPr/>
                    <a:lstStyle/>
                    <a:p>
                      <a:pPr algn="ctr"/>
                      <a:r>
                        <a:rPr lang="en-US" b="1" dirty="0">
                          <a:solidFill>
                            <a:schemeClr val="accent1"/>
                          </a:solidFill>
                          <a:latin typeface="Bierstadt" panose="020B0004020202020204" pitchFamily="34" charset="0"/>
                        </a:rPr>
                        <a:t>Summer settings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Bierstadt" panose="020B0004020202020204" pitchFamily="34" charset="0"/>
                        </a:rPr>
                        <a:t>&gt;22-Degree Celsius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0" kern="1200" dirty="0">
                          <a:solidFill>
                            <a:schemeClr val="tx1"/>
                          </a:solidFill>
                          <a:effectLst/>
                          <a:latin typeface="Bierstadt" panose="020B0004020202020204" pitchFamily="34" charset="0"/>
                        </a:rPr>
                        <a:t>Coronavirus…</a:t>
                      </a:r>
                      <a:endParaRPr lang="en-US" sz="1400" dirty="0">
                        <a:solidFill>
                          <a:schemeClr val="tx1"/>
                        </a:solidFill>
                        <a:latin typeface="Bierstadt"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4922958"/>
                  </a:ext>
                </a:extLst>
              </a:tr>
            </a:tbl>
          </a:graphicData>
        </a:graphic>
      </p:graphicFrame>
      <p:sp>
        <p:nvSpPr>
          <p:cNvPr id="11" name="TextBox 10">
            <a:extLst>
              <a:ext uri="{FF2B5EF4-FFF2-40B4-BE49-F238E27FC236}">
                <a16:creationId xmlns:a16="http://schemas.microsoft.com/office/drawing/2014/main" id="{AF337475-77C0-5105-811E-6E2EA7FAFB99}"/>
              </a:ext>
            </a:extLst>
          </p:cNvPr>
          <p:cNvSpPr txBox="1"/>
          <p:nvPr/>
        </p:nvSpPr>
        <p:spPr>
          <a:xfrm>
            <a:off x="2360612" y="1733096"/>
            <a:ext cx="8806932" cy="646331"/>
          </a:xfrm>
          <a:prstGeom prst="rect">
            <a:avLst/>
          </a:prstGeom>
          <a:noFill/>
        </p:spPr>
        <p:txBody>
          <a:bodyPr wrap="square">
            <a:spAutoFit/>
          </a:bodyPr>
          <a:lstStyle/>
          <a:p>
            <a:pPr lvl="0">
              <a:lnSpc>
                <a:spcPct val="100000"/>
              </a:lnSpc>
            </a:pPr>
            <a:r>
              <a:rPr lang="en-US" dirty="0">
                <a:latin typeface="Bierstadt" panose="020B0004020202020204" pitchFamily="34" charset="0"/>
              </a:rPr>
              <a:t>The monitoring panel alerting levels are based on the seasons or the types of common viruses in the area. </a:t>
            </a:r>
          </a:p>
        </p:txBody>
      </p:sp>
    </p:spTree>
    <p:extLst>
      <p:ext uri="{BB962C8B-B14F-4D97-AF65-F5344CB8AC3E}">
        <p14:creationId xmlns:p14="http://schemas.microsoft.com/office/powerpoint/2010/main" val="523668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6DDF8-FCF6-64EC-3D2D-5FE546F0F8C1}"/>
              </a:ext>
            </a:extLst>
          </p:cNvPr>
          <p:cNvSpPr>
            <a:spLocks noGrp="1"/>
          </p:cNvSpPr>
          <p:nvPr>
            <p:ph type="title"/>
          </p:nvPr>
        </p:nvSpPr>
        <p:spPr>
          <a:xfrm>
            <a:off x="1370012" y="308528"/>
            <a:ext cx="10016104" cy="1752599"/>
          </a:xfrm>
        </p:spPr>
        <p:txBody>
          <a:bodyPr/>
          <a:lstStyle/>
          <a:p>
            <a:r>
              <a:rPr lang="en-US" sz="3600" b="1" dirty="0">
                <a:solidFill>
                  <a:schemeClr val="tx2"/>
                </a:solidFill>
                <a:latin typeface="Bierstadt" panose="020B0004020202020204" pitchFamily="34" charset="0"/>
              </a:rPr>
              <a:t>Micro bit Network</a:t>
            </a:r>
            <a:endParaRPr lang="en-US" b="1" dirty="0">
              <a:solidFill>
                <a:schemeClr val="tx2"/>
              </a:solidFill>
              <a:latin typeface="Bierstadt" panose="020B0004020202020204" pitchFamily="34" charset="0"/>
            </a:endParaRPr>
          </a:p>
        </p:txBody>
      </p:sp>
      <p:sp>
        <p:nvSpPr>
          <p:cNvPr id="5" name="Rectangle: Rounded Corners 4">
            <a:extLst>
              <a:ext uri="{FF2B5EF4-FFF2-40B4-BE49-F238E27FC236}">
                <a16:creationId xmlns:a16="http://schemas.microsoft.com/office/drawing/2014/main" id="{63BDBBD9-06FC-FC29-49AA-304431483FCA}"/>
              </a:ext>
            </a:extLst>
          </p:cNvPr>
          <p:cNvSpPr/>
          <p:nvPr/>
        </p:nvSpPr>
        <p:spPr>
          <a:xfrm>
            <a:off x="1483924" y="2057400"/>
            <a:ext cx="10217723" cy="1121249"/>
          </a:xfrm>
          <a:prstGeom prst="roundRect">
            <a:avLst/>
          </a:prstGeom>
          <a:solidFill>
            <a:schemeClr val="bg2"/>
          </a:solidFill>
          <a:ln>
            <a:solidFill>
              <a:schemeClr val="bg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bg2"/>
              </a:solidFill>
            </a:endParaRPr>
          </a:p>
        </p:txBody>
      </p:sp>
      <p:sp>
        <p:nvSpPr>
          <p:cNvPr id="4" name="TextBox 3">
            <a:extLst>
              <a:ext uri="{FF2B5EF4-FFF2-40B4-BE49-F238E27FC236}">
                <a16:creationId xmlns:a16="http://schemas.microsoft.com/office/drawing/2014/main" id="{839A04E9-6EAD-971F-19CC-128B53B5989E}"/>
              </a:ext>
            </a:extLst>
          </p:cNvPr>
          <p:cNvSpPr txBox="1"/>
          <p:nvPr/>
        </p:nvSpPr>
        <p:spPr>
          <a:xfrm>
            <a:off x="4264025" y="2074240"/>
            <a:ext cx="7924800" cy="1015663"/>
          </a:xfrm>
          <a:prstGeom prst="rect">
            <a:avLst/>
          </a:prstGeom>
          <a:noFill/>
        </p:spPr>
        <p:txBody>
          <a:bodyPr wrap="square" rtlCol="0">
            <a:spAutoFit/>
          </a:bodyPr>
          <a:lstStyle/>
          <a:p>
            <a:pPr marL="457200" indent="-457200">
              <a:buFont typeface="Wingdings" panose="05000000000000000000" pitchFamily="2" charset="2"/>
              <a:buChar char="§"/>
            </a:pPr>
            <a:r>
              <a:rPr lang="en-US" sz="2000" dirty="0">
                <a:latin typeface="Bierstadt" panose="020B0004020202020204" pitchFamily="34" charset="0"/>
              </a:rPr>
              <a:t>Connected to main micro bit</a:t>
            </a:r>
          </a:p>
          <a:p>
            <a:pPr marL="457200" indent="-457200">
              <a:buFont typeface="Wingdings" panose="05000000000000000000" pitchFamily="2" charset="2"/>
              <a:buChar char="§"/>
            </a:pPr>
            <a:r>
              <a:rPr lang="en-US" sz="2000" dirty="0">
                <a:latin typeface="Bierstadt" panose="020B0004020202020204" pitchFamily="34" charset="0"/>
              </a:rPr>
              <a:t>Connected to humidity sensor, and smoke sensor</a:t>
            </a:r>
          </a:p>
          <a:p>
            <a:pPr marL="457200" indent="-457200">
              <a:buFont typeface="Wingdings" panose="05000000000000000000" pitchFamily="2" charset="2"/>
              <a:buChar char="§"/>
            </a:pPr>
            <a:r>
              <a:rPr lang="en-US" sz="2000" dirty="0">
                <a:latin typeface="Bierstadt" panose="020B0004020202020204" pitchFamily="34" charset="0"/>
              </a:rPr>
              <a:t>It uses the built-in temperature sensor</a:t>
            </a:r>
          </a:p>
        </p:txBody>
      </p:sp>
      <p:sp>
        <p:nvSpPr>
          <p:cNvPr id="8" name="TextBox 7">
            <a:extLst>
              <a:ext uri="{FF2B5EF4-FFF2-40B4-BE49-F238E27FC236}">
                <a16:creationId xmlns:a16="http://schemas.microsoft.com/office/drawing/2014/main" id="{06EAB0D0-8EDF-C640-2362-2C4EC212C34E}"/>
              </a:ext>
            </a:extLst>
          </p:cNvPr>
          <p:cNvSpPr txBox="1"/>
          <p:nvPr/>
        </p:nvSpPr>
        <p:spPr>
          <a:xfrm>
            <a:off x="1827212" y="2382017"/>
            <a:ext cx="2667000" cy="400110"/>
          </a:xfrm>
          <a:prstGeom prst="rect">
            <a:avLst/>
          </a:prstGeom>
          <a:noFill/>
        </p:spPr>
        <p:txBody>
          <a:bodyPr wrap="square">
            <a:spAutoFit/>
          </a:bodyPr>
          <a:lstStyle/>
          <a:p>
            <a:pPr marL="0" indent="0">
              <a:buNone/>
            </a:pPr>
            <a:r>
              <a:rPr lang="en-US" sz="2000" dirty="0">
                <a:latin typeface="Bierstadt" panose="020B0004020202020204" pitchFamily="34" charset="0"/>
              </a:rPr>
              <a:t>Secondary micro bit:</a:t>
            </a:r>
          </a:p>
        </p:txBody>
      </p:sp>
      <p:sp>
        <p:nvSpPr>
          <p:cNvPr id="10" name="Content Placeholder 9">
            <a:extLst>
              <a:ext uri="{FF2B5EF4-FFF2-40B4-BE49-F238E27FC236}">
                <a16:creationId xmlns:a16="http://schemas.microsoft.com/office/drawing/2014/main" id="{F342F8F7-AF04-F620-D6A8-809AD4DB6353}"/>
              </a:ext>
            </a:extLst>
          </p:cNvPr>
          <p:cNvSpPr>
            <a:spLocks noGrp="1"/>
          </p:cNvSpPr>
          <p:nvPr>
            <p:ph idx="1"/>
          </p:nvPr>
        </p:nvSpPr>
        <p:spPr>
          <a:xfrm>
            <a:off x="1483924" y="3294821"/>
            <a:ext cx="10016104" cy="2496380"/>
          </a:xfrm>
        </p:spPr>
        <p:txBody>
          <a:bodyPr>
            <a:normAutofit lnSpcReduction="10000"/>
          </a:bodyPr>
          <a:lstStyle/>
          <a:p>
            <a:r>
              <a:rPr lang="en-US" sz="2400" dirty="0">
                <a:latin typeface="Bierstadt" panose="020B0004020202020204" pitchFamily="34" charset="0"/>
              </a:rPr>
              <a:t>Secondary micro bit is connected to a temperature sensor, humidity sensor, and smoke sensor. These sensors and the micro bit create the sensing unit:</a:t>
            </a:r>
          </a:p>
          <a:p>
            <a:pPr lvl="1"/>
            <a:r>
              <a:rPr lang="en-US" sz="2000" dirty="0">
                <a:latin typeface="Bierstadt" panose="020B0004020202020204" pitchFamily="34" charset="0"/>
              </a:rPr>
              <a:t>Humidity sensor at port 0.</a:t>
            </a:r>
          </a:p>
          <a:p>
            <a:pPr lvl="1"/>
            <a:r>
              <a:rPr lang="en-US" sz="2000" dirty="0">
                <a:latin typeface="Bierstadt" panose="020B0004020202020204" pitchFamily="34" charset="0"/>
              </a:rPr>
              <a:t>Temperature sensor built-in.</a:t>
            </a:r>
          </a:p>
          <a:p>
            <a:pPr lvl="1"/>
            <a:r>
              <a:rPr lang="en-US" sz="2000" dirty="0">
                <a:latin typeface="Bierstadt" panose="020B0004020202020204" pitchFamily="34" charset="0"/>
              </a:rPr>
              <a:t>Smoke sensor at port 2.</a:t>
            </a:r>
          </a:p>
        </p:txBody>
      </p:sp>
    </p:spTree>
    <p:extLst>
      <p:ext uri="{BB962C8B-B14F-4D97-AF65-F5344CB8AC3E}">
        <p14:creationId xmlns:p14="http://schemas.microsoft.com/office/powerpoint/2010/main" val="2833719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schematic&#10;&#10;Description automatically generated">
            <a:extLst>
              <a:ext uri="{FF2B5EF4-FFF2-40B4-BE49-F238E27FC236}">
                <a16:creationId xmlns:a16="http://schemas.microsoft.com/office/drawing/2014/main" id="{D9BB78BD-34D5-D2DD-BD68-7A42B579F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4" cy="6858000"/>
          </a:xfrm>
          <a:prstGeom prst="rect">
            <a:avLst/>
          </a:prstGeom>
        </p:spPr>
      </p:pic>
    </p:spTree>
    <p:extLst>
      <p:ext uri="{BB962C8B-B14F-4D97-AF65-F5344CB8AC3E}">
        <p14:creationId xmlns:p14="http://schemas.microsoft.com/office/powerpoint/2010/main" val="112293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6DDF8-FCF6-64EC-3D2D-5FE546F0F8C1}"/>
              </a:ext>
            </a:extLst>
          </p:cNvPr>
          <p:cNvSpPr>
            <a:spLocks noGrp="1"/>
          </p:cNvSpPr>
          <p:nvPr>
            <p:ph type="title"/>
          </p:nvPr>
        </p:nvSpPr>
        <p:spPr>
          <a:xfrm>
            <a:off x="1446212" y="199884"/>
            <a:ext cx="10016104" cy="1752599"/>
          </a:xfrm>
        </p:spPr>
        <p:txBody>
          <a:bodyPr/>
          <a:lstStyle/>
          <a:p>
            <a:r>
              <a:rPr lang="en-US" sz="3600" b="1" dirty="0">
                <a:solidFill>
                  <a:schemeClr val="tx2"/>
                </a:solidFill>
                <a:latin typeface="Bierstadt" panose="020B0004020202020204" pitchFamily="34" charset="0"/>
              </a:rPr>
              <a:t>Micro bit Network</a:t>
            </a:r>
            <a:endParaRPr lang="en-US" b="1" dirty="0">
              <a:solidFill>
                <a:schemeClr val="tx2"/>
              </a:solidFill>
              <a:latin typeface="Bierstadt" panose="020B0004020202020204" pitchFamily="34" charset="0"/>
            </a:endParaRPr>
          </a:p>
        </p:txBody>
      </p:sp>
      <p:sp>
        <p:nvSpPr>
          <p:cNvPr id="3" name="Content Placeholder 2">
            <a:extLst>
              <a:ext uri="{FF2B5EF4-FFF2-40B4-BE49-F238E27FC236}">
                <a16:creationId xmlns:a16="http://schemas.microsoft.com/office/drawing/2014/main" id="{EF7E15CF-C9E7-4B01-D4F8-3F71891AF85D}"/>
              </a:ext>
            </a:extLst>
          </p:cNvPr>
          <p:cNvSpPr>
            <a:spLocks noGrp="1"/>
          </p:cNvSpPr>
          <p:nvPr>
            <p:ph idx="1"/>
          </p:nvPr>
        </p:nvSpPr>
        <p:spPr>
          <a:xfrm>
            <a:off x="969293" y="4059399"/>
            <a:ext cx="10969942" cy="2415943"/>
          </a:xfrm>
        </p:spPr>
        <p:txBody>
          <a:bodyPr>
            <a:normAutofit lnSpcReduction="10000"/>
          </a:bodyPr>
          <a:lstStyle/>
          <a:p>
            <a:pPr>
              <a:lnSpc>
                <a:spcPct val="120000"/>
              </a:lnSpc>
            </a:pPr>
            <a:r>
              <a:rPr lang="en-US" sz="2400" dirty="0">
                <a:latin typeface="Bierstadt" panose="020B0004020202020204" pitchFamily="34" charset="0"/>
              </a:rPr>
              <a:t>Main micro bit has the role of calculating the average room temperature, humidity level, and smoke level. These levels come from all secondary micro bit sensors and then are used to calculate the average of each monitored aspect.</a:t>
            </a:r>
          </a:p>
          <a:p>
            <a:pPr>
              <a:lnSpc>
                <a:spcPct val="120000"/>
              </a:lnSpc>
            </a:pPr>
            <a:r>
              <a:rPr lang="en-US" sz="2400" dirty="0">
                <a:latin typeface="Bierstadt" panose="020B0004020202020204" pitchFamily="34" charset="0"/>
              </a:rPr>
              <a:t>Main micro bit displays the levels of monitored aspects using L2C LCD 1602 Display system.</a:t>
            </a:r>
          </a:p>
          <a:p>
            <a:pPr marL="0" indent="0">
              <a:buNone/>
            </a:pPr>
            <a:endParaRPr lang="en-US" sz="2000" dirty="0"/>
          </a:p>
          <a:p>
            <a:pPr marL="0" indent="0">
              <a:buNone/>
            </a:pPr>
            <a:endParaRPr lang="en-US" dirty="0"/>
          </a:p>
          <a:p>
            <a:pPr marL="0" indent="0">
              <a:buNone/>
            </a:pPr>
            <a:endParaRPr lang="en-US" dirty="0"/>
          </a:p>
        </p:txBody>
      </p:sp>
      <p:sp>
        <p:nvSpPr>
          <p:cNvPr id="5" name="Rectangle: Rounded Corners 4">
            <a:extLst>
              <a:ext uri="{FF2B5EF4-FFF2-40B4-BE49-F238E27FC236}">
                <a16:creationId xmlns:a16="http://schemas.microsoft.com/office/drawing/2014/main" id="{63BDBBD9-06FC-FC29-49AA-304431483FCA}"/>
              </a:ext>
            </a:extLst>
          </p:cNvPr>
          <p:cNvSpPr/>
          <p:nvPr/>
        </p:nvSpPr>
        <p:spPr>
          <a:xfrm>
            <a:off x="1241107" y="2083781"/>
            <a:ext cx="7291705" cy="1016000"/>
          </a:xfrm>
          <a:prstGeom prst="roundRect">
            <a:avLst/>
          </a:prstGeom>
          <a:solidFill>
            <a:schemeClr val="bg2"/>
          </a:solidFill>
          <a:ln>
            <a:solidFill>
              <a:schemeClr val="bg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bg2"/>
              </a:solidFill>
            </a:endParaRPr>
          </a:p>
        </p:txBody>
      </p:sp>
      <p:sp>
        <p:nvSpPr>
          <p:cNvPr id="4" name="TextBox 3">
            <a:extLst>
              <a:ext uri="{FF2B5EF4-FFF2-40B4-BE49-F238E27FC236}">
                <a16:creationId xmlns:a16="http://schemas.microsoft.com/office/drawing/2014/main" id="{839A04E9-6EAD-971F-19CC-128B53B5989E}"/>
              </a:ext>
            </a:extLst>
          </p:cNvPr>
          <p:cNvSpPr txBox="1"/>
          <p:nvPr/>
        </p:nvSpPr>
        <p:spPr>
          <a:xfrm>
            <a:off x="3029743" y="2237838"/>
            <a:ext cx="5715000" cy="707886"/>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Bierstadt" panose="020B0004020202020204" pitchFamily="34" charset="0"/>
              </a:rPr>
              <a:t>Connected to L2C LCD 1602 Display system</a:t>
            </a:r>
          </a:p>
          <a:p>
            <a:pPr marL="342900" indent="-342900">
              <a:buFont typeface="Wingdings" panose="05000000000000000000" pitchFamily="2" charset="2"/>
              <a:buChar char="§"/>
            </a:pPr>
            <a:r>
              <a:rPr lang="en-US" sz="2000" dirty="0">
                <a:latin typeface="Bierstadt" panose="020B0004020202020204" pitchFamily="34" charset="0"/>
              </a:rPr>
              <a:t>Receive signals form all secondary micro bits</a:t>
            </a:r>
          </a:p>
        </p:txBody>
      </p:sp>
      <p:sp>
        <p:nvSpPr>
          <p:cNvPr id="6" name="TextBox 5">
            <a:extLst>
              <a:ext uri="{FF2B5EF4-FFF2-40B4-BE49-F238E27FC236}">
                <a16:creationId xmlns:a16="http://schemas.microsoft.com/office/drawing/2014/main" id="{1DD9B3F1-7AD6-BB7F-7853-8A5BC307982F}"/>
              </a:ext>
            </a:extLst>
          </p:cNvPr>
          <p:cNvSpPr txBox="1"/>
          <p:nvPr/>
        </p:nvSpPr>
        <p:spPr>
          <a:xfrm>
            <a:off x="1241107" y="2367715"/>
            <a:ext cx="2000567" cy="430887"/>
          </a:xfrm>
          <a:prstGeom prst="rect">
            <a:avLst/>
          </a:prstGeom>
          <a:noFill/>
        </p:spPr>
        <p:txBody>
          <a:bodyPr wrap="square" rtlCol="0">
            <a:spAutoFit/>
          </a:bodyPr>
          <a:lstStyle/>
          <a:p>
            <a:r>
              <a:rPr lang="en-US" sz="2200" dirty="0">
                <a:latin typeface="Bierstadt" panose="020B0004020202020204" pitchFamily="34" charset="0"/>
              </a:rPr>
              <a:t>Main micro bit:</a:t>
            </a:r>
          </a:p>
        </p:txBody>
      </p:sp>
    </p:spTree>
    <p:extLst>
      <p:ext uri="{BB962C8B-B14F-4D97-AF65-F5344CB8AC3E}">
        <p14:creationId xmlns:p14="http://schemas.microsoft.com/office/powerpoint/2010/main" val="1098442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6DDF8-FCF6-64EC-3D2D-5FE546F0F8C1}"/>
              </a:ext>
            </a:extLst>
          </p:cNvPr>
          <p:cNvSpPr>
            <a:spLocks noGrp="1"/>
          </p:cNvSpPr>
          <p:nvPr>
            <p:ph type="title"/>
          </p:nvPr>
        </p:nvSpPr>
        <p:spPr/>
        <p:txBody>
          <a:bodyPr/>
          <a:lstStyle/>
          <a:p>
            <a:r>
              <a:rPr lang="en-US" sz="3600" b="1" dirty="0">
                <a:solidFill>
                  <a:schemeClr val="tx2"/>
                </a:solidFill>
                <a:latin typeface="Bierstadt" panose="020B0004020202020204" pitchFamily="34" charset="0"/>
              </a:rPr>
              <a:t>Micro bit Network</a:t>
            </a:r>
            <a:endParaRPr lang="en-US" b="1" dirty="0">
              <a:solidFill>
                <a:schemeClr val="tx2"/>
              </a:solidFill>
              <a:latin typeface="Bierstadt" panose="020B0004020202020204" pitchFamily="34" charset="0"/>
            </a:endParaRPr>
          </a:p>
        </p:txBody>
      </p:sp>
      <p:sp>
        <p:nvSpPr>
          <p:cNvPr id="3" name="Content Placeholder 2">
            <a:extLst>
              <a:ext uri="{FF2B5EF4-FFF2-40B4-BE49-F238E27FC236}">
                <a16:creationId xmlns:a16="http://schemas.microsoft.com/office/drawing/2014/main" id="{EF7E15CF-C9E7-4B01-D4F8-3F71891AF85D}"/>
              </a:ext>
            </a:extLst>
          </p:cNvPr>
          <p:cNvSpPr>
            <a:spLocks noGrp="1"/>
          </p:cNvSpPr>
          <p:nvPr>
            <p:ph idx="1"/>
          </p:nvPr>
        </p:nvSpPr>
        <p:spPr>
          <a:xfrm>
            <a:off x="1370012" y="3937000"/>
            <a:ext cx="10439400" cy="2474914"/>
          </a:xfrm>
        </p:spPr>
        <p:txBody>
          <a:bodyPr>
            <a:normAutofit fontScale="32500" lnSpcReduction="20000"/>
          </a:bodyPr>
          <a:lstStyle/>
          <a:p>
            <a:endParaRPr lang="en-US" sz="2200" dirty="0"/>
          </a:p>
          <a:p>
            <a:pPr marL="0" indent="0">
              <a:buNone/>
            </a:pPr>
            <a:r>
              <a:rPr lang="en-US" sz="7200" dirty="0">
                <a:latin typeface="Bierstadt" panose="020B0004020202020204" pitchFamily="34" charset="0"/>
              </a:rPr>
              <a:t>Alert system is based on the average of each monitored aspect: </a:t>
            </a:r>
          </a:p>
          <a:p>
            <a:pPr lvl="1"/>
            <a:r>
              <a:rPr lang="en-US" sz="6800" dirty="0">
                <a:latin typeface="Bierstadt" panose="020B0004020202020204" pitchFamily="34" charset="0"/>
              </a:rPr>
              <a:t>If the average of temperature is &lt; Degree Celsius or &gt;22-Degree Celsius </a:t>
            </a:r>
            <a:r>
              <a:rPr lang="en-US" sz="6800" dirty="0">
                <a:latin typeface="Bierstadt" panose="020B0004020202020204" pitchFamily="34" charset="0"/>
                <a:sym typeface="Wingdings" panose="05000000000000000000" pitchFamily="2" charset="2"/>
              </a:rPr>
              <a:t></a:t>
            </a:r>
            <a:r>
              <a:rPr lang="en-US" sz="6800" dirty="0">
                <a:latin typeface="Bierstadt" panose="020B0004020202020204" pitchFamily="34" charset="0"/>
              </a:rPr>
              <a:t>turn on red led 1 (port 0)</a:t>
            </a:r>
          </a:p>
          <a:p>
            <a:pPr lvl="1"/>
            <a:r>
              <a:rPr lang="en-US" sz="6800" dirty="0">
                <a:latin typeface="Bierstadt" panose="020B0004020202020204" pitchFamily="34" charset="0"/>
              </a:rPr>
              <a:t>If the average of humidity is &lt;50% </a:t>
            </a:r>
            <a:r>
              <a:rPr lang="en-US" sz="6800" dirty="0">
                <a:latin typeface="Bierstadt" panose="020B0004020202020204" pitchFamily="34" charset="0"/>
                <a:sym typeface="Wingdings" panose="05000000000000000000" pitchFamily="2" charset="2"/>
              </a:rPr>
              <a:t></a:t>
            </a:r>
            <a:r>
              <a:rPr lang="en-US" sz="6800" dirty="0">
                <a:latin typeface="Bierstadt" panose="020B0004020202020204" pitchFamily="34" charset="0"/>
              </a:rPr>
              <a:t> turn on red light 2 (port 1)</a:t>
            </a:r>
          </a:p>
          <a:p>
            <a:pPr lvl="1"/>
            <a:r>
              <a:rPr lang="en-US" sz="6800" dirty="0">
                <a:latin typeface="Bierstadt" panose="020B0004020202020204" pitchFamily="34" charset="0"/>
              </a:rPr>
              <a:t>If the average of smoke is &gt;20% </a:t>
            </a:r>
            <a:r>
              <a:rPr lang="en-US" sz="6800" dirty="0">
                <a:latin typeface="Bierstadt" panose="020B0004020202020204" pitchFamily="34" charset="0"/>
                <a:sym typeface="Wingdings" panose="05000000000000000000" pitchFamily="2" charset="2"/>
              </a:rPr>
              <a:t></a:t>
            </a:r>
            <a:r>
              <a:rPr lang="en-US" sz="6800" dirty="0">
                <a:latin typeface="Bierstadt" panose="020B0004020202020204" pitchFamily="34" charset="0"/>
              </a:rPr>
              <a:t> turn on red light 3 (port 2)</a:t>
            </a:r>
          </a:p>
          <a:p>
            <a:pPr lvl="1"/>
            <a:endParaRPr lang="en-US" sz="6400" dirty="0"/>
          </a:p>
          <a:p>
            <a:pPr lvl="1"/>
            <a:endParaRPr lang="en-US" sz="1600" dirty="0"/>
          </a:p>
          <a:p>
            <a:pPr lvl="1"/>
            <a:endParaRPr lang="en-US" dirty="0"/>
          </a:p>
          <a:p>
            <a:pPr marL="0" indent="0">
              <a:buNone/>
            </a:pPr>
            <a:endParaRPr lang="en-US" dirty="0"/>
          </a:p>
        </p:txBody>
      </p:sp>
      <p:sp>
        <p:nvSpPr>
          <p:cNvPr id="5" name="Rectangle: Rounded Corners 4">
            <a:extLst>
              <a:ext uri="{FF2B5EF4-FFF2-40B4-BE49-F238E27FC236}">
                <a16:creationId xmlns:a16="http://schemas.microsoft.com/office/drawing/2014/main" id="{63BDBBD9-06FC-FC29-49AA-304431483FCA}"/>
              </a:ext>
            </a:extLst>
          </p:cNvPr>
          <p:cNvSpPr/>
          <p:nvPr/>
        </p:nvSpPr>
        <p:spPr>
          <a:xfrm>
            <a:off x="1452520" y="2392552"/>
            <a:ext cx="7161529" cy="1016000"/>
          </a:xfrm>
          <a:prstGeom prst="roundRect">
            <a:avLst/>
          </a:prstGeom>
          <a:solidFill>
            <a:schemeClr val="bg2"/>
          </a:solidFill>
          <a:ln>
            <a:solidFill>
              <a:schemeClr val="bg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6" name="TextBox 5">
            <a:extLst>
              <a:ext uri="{FF2B5EF4-FFF2-40B4-BE49-F238E27FC236}">
                <a16:creationId xmlns:a16="http://schemas.microsoft.com/office/drawing/2014/main" id="{1DD9B3F1-7AD6-BB7F-7853-8A5BC307982F}"/>
              </a:ext>
            </a:extLst>
          </p:cNvPr>
          <p:cNvSpPr txBox="1"/>
          <p:nvPr/>
        </p:nvSpPr>
        <p:spPr>
          <a:xfrm>
            <a:off x="1730331" y="2669719"/>
            <a:ext cx="6605905" cy="461665"/>
          </a:xfrm>
          <a:prstGeom prst="rect">
            <a:avLst/>
          </a:prstGeom>
          <a:noFill/>
        </p:spPr>
        <p:txBody>
          <a:bodyPr wrap="square" rtlCol="0">
            <a:spAutoFit/>
          </a:bodyPr>
          <a:lstStyle/>
          <a:p>
            <a:r>
              <a:rPr lang="en-US" sz="2200" dirty="0">
                <a:latin typeface="Bierstadt" panose="020B0004020202020204" pitchFamily="34" charset="0"/>
              </a:rPr>
              <a:t>Main micro bit:</a:t>
            </a:r>
            <a:r>
              <a:rPr lang="en-US" sz="2400" dirty="0">
                <a:latin typeface="Bierstadt" panose="020B0004020202020204" pitchFamily="34" charset="0"/>
              </a:rPr>
              <a:t> Connected to 3 red lights</a:t>
            </a:r>
            <a:endParaRPr lang="en-US" sz="2200" dirty="0">
              <a:latin typeface="Bierstadt" panose="020B0004020202020204" pitchFamily="34" charset="0"/>
            </a:endParaRPr>
          </a:p>
        </p:txBody>
      </p:sp>
    </p:spTree>
    <p:extLst>
      <p:ext uri="{BB962C8B-B14F-4D97-AF65-F5344CB8AC3E}">
        <p14:creationId xmlns:p14="http://schemas.microsoft.com/office/powerpoint/2010/main" val="2018306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application&#10;&#10;Description automatically generated">
            <a:extLst>
              <a:ext uri="{FF2B5EF4-FFF2-40B4-BE49-F238E27FC236}">
                <a16:creationId xmlns:a16="http://schemas.microsoft.com/office/drawing/2014/main" id="{955DD638-12AE-E0AE-604B-77FBA3753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8000"/>
          </a:xfrm>
          <a:prstGeom prst="rect">
            <a:avLst/>
          </a:prstGeom>
        </p:spPr>
      </p:pic>
    </p:spTree>
    <p:extLst>
      <p:ext uri="{BB962C8B-B14F-4D97-AF65-F5344CB8AC3E}">
        <p14:creationId xmlns:p14="http://schemas.microsoft.com/office/powerpoint/2010/main" val="3919938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65B4-9165-3681-AECF-C1DE07A8DAC6}"/>
              </a:ext>
            </a:extLst>
          </p:cNvPr>
          <p:cNvSpPr>
            <a:spLocks noGrp="1"/>
          </p:cNvSpPr>
          <p:nvPr>
            <p:ph type="title"/>
          </p:nvPr>
        </p:nvSpPr>
        <p:spPr>
          <a:xfrm>
            <a:off x="1370012" y="524992"/>
            <a:ext cx="10363200" cy="713600"/>
          </a:xfrm>
        </p:spPr>
        <p:txBody>
          <a:bodyPr/>
          <a:lstStyle/>
          <a:p>
            <a:pPr algn="ctr"/>
            <a:r>
              <a:rPr lang="en-US" b="1" dirty="0">
                <a:solidFill>
                  <a:schemeClr val="tx2"/>
                </a:solidFill>
                <a:latin typeface="Bierstadt" panose="020B0004020202020204" pitchFamily="34" charset="0"/>
              </a:rPr>
              <a:t>Reaction Guide</a:t>
            </a:r>
          </a:p>
        </p:txBody>
      </p:sp>
      <p:graphicFrame>
        <p:nvGraphicFramePr>
          <p:cNvPr id="4" name="Diagram 3">
            <a:extLst>
              <a:ext uri="{FF2B5EF4-FFF2-40B4-BE49-F238E27FC236}">
                <a16:creationId xmlns:a16="http://schemas.microsoft.com/office/drawing/2014/main" id="{53A19C56-8B39-DD8A-5509-33B531F3F70E}"/>
              </a:ext>
            </a:extLst>
          </p:cNvPr>
          <p:cNvGraphicFramePr/>
          <p:nvPr>
            <p:extLst>
              <p:ext uri="{D42A27DB-BD31-4B8C-83A1-F6EECF244321}">
                <p14:modId xmlns:p14="http://schemas.microsoft.com/office/powerpoint/2010/main" val="3907789709"/>
              </p:ext>
            </p:extLst>
          </p:nvPr>
        </p:nvGraphicFramePr>
        <p:xfrm>
          <a:off x="911225" y="3397521"/>
          <a:ext cx="5181600" cy="99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8257814D-7C88-5287-9A4E-29FF07E4365E}"/>
              </a:ext>
            </a:extLst>
          </p:cNvPr>
          <p:cNvGraphicFramePr/>
          <p:nvPr>
            <p:extLst>
              <p:ext uri="{D42A27DB-BD31-4B8C-83A1-F6EECF244321}">
                <p14:modId xmlns:p14="http://schemas.microsoft.com/office/powerpoint/2010/main" val="480568939"/>
              </p:ext>
            </p:extLst>
          </p:nvPr>
        </p:nvGraphicFramePr>
        <p:xfrm>
          <a:off x="6399132" y="3397521"/>
          <a:ext cx="5181600" cy="990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Diagram 5">
            <a:extLst>
              <a:ext uri="{FF2B5EF4-FFF2-40B4-BE49-F238E27FC236}">
                <a16:creationId xmlns:a16="http://schemas.microsoft.com/office/drawing/2014/main" id="{4636061C-2BC1-2049-3E03-BA366FAE4595}"/>
              </a:ext>
            </a:extLst>
          </p:cNvPr>
          <p:cNvGraphicFramePr/>
          <p:nvPr>
            <p:extLst>
              <p:ext uri="{D42A27DB-BD31-4B8C-83A1-F6EECF244321}">
                <p14:modId xmlns:p14="http://schemas.microsoft.com/office/powerpoint/2010/main" val="3650302069"/>
              </p:ext>
            </p:extLst>
          </p:nvPr>
        </p:nvGraphicFramePr>
        <p:xfrm>
          <a:off x="3808333" y="4660903"/>
          <a:ext cx="5181599" cy="99060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2" name="TextBox 11">
            <a:extLst>
              <a:ext uri="{FF2B5EF4-FFF2-40B4-BE49-F238E27FC236}">
                <a16:creationId xmlns:a16="http://schemas.microsoft.com/office/drawing/2014/main" id="{DBB6DB46-F854-C349-23BA-68B17C8C5F65}"/>
              </a:ext>
            </a:extLst>
          </p:cNvPr>
          <p:cNvSpPr txBox="1"/>
          <p:nvPr/>
        </p:nvSpPr>
        <p:spPr>
          <a:xfrm>
            <a:off x="1446212" y="1281291"/>
            <a:ext cx="10363200" cy="1477328"/>
          </a:xfrm>
          <a:prstGeom prst="rect">
            <a:avLst/>
          </a:prstGeom>
          <a:noFill/>
        </p:spPr>
        <p:txBody>
          <a:bodyPr wrap="square">
            <a:spAutoFit/>
          </a:bodyPr>
          <a:lstStyle/>
          <a:p>
            <a:pPr marL="0" indent="0">
              <a:buNone/>
            </a:pPr>
            <a:r>
              <a:rPr lang="en-US" sz="2400" dirty="0">
                <a:latin typeface="Bierstadt" panose="020B0004020202020204" pitchFamily="34" charset="0"/>
              </a:rPr>
              <a:t>After getting an alert from the system an action needs to be taken. Then comes the role of the person monitoring on the panel to follow the reaction guide to take the write action.</a:t>
            </a:r>
          </a:p>
          <a:p>
            <a:pPr marL="0" indent="0">
              <a:buNone/>
            </a:pPr>
            <a:endParaRPr lang="en-US" dirty="0"/>
          </a:p>
        </p:txBody>
      </p:sp>
    </p:spTree>
    <p:extLst>
      <p:ext uri="{BB962C8B-B14F-4D97-AF65-F5344CB8AC3E}">
        <p14:creationId xmlns:p14="http://schemas.microsoft.com/office/powerpoint/2010/main" val="231364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33" name="Group 1032">
            <a:extLst>
              <a:ext uri="{FF2B5EF4-FFF2-40B4-BE49-F238E27FC236}">
                <a16:creationId xmlns:a16="http://schemas.microsoft.com/office/drawing/2014/main" id="{15FF890B-3CE7-403A-AECE-2DE04FC7AF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771" y="0"/>
            <a:ext cx="2436179" cy="6858001"/>
            <a:chOff x="1320800" y="0"/>
            <a:chExt cx="2436813" cy="6858001"/>
          </a:xfrm>
        </p:grpSpPr>
        <p:sp>
          <p:nvSpPr>
            <p:cNvPr id="1034" name="Freeform 6">
              <a:extLst>
                <a:ext uri="{FF2B5EF4-FFF2-40B4-BE49-F238E27FC236}">
                  <a16:creationId xmlns:a16="http://schemas.microsoft.com/office/drawing/2014/main" id="{99A4E160-6CFD-4514-9E20-CA6692CCD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035" name="Freeform 7">
              <a:extLst>
                <a:ext uri="{FF2B5EF4-FFF2-40B4-BE49-F238E27FC236}">
                  <a16:creationId xmlns:a16="http://schemas.microsoft.com/office/drawing/2014/main" id="{3DCD16F5-8D15-45FD-BA62-ADAC08183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36" name="Freeform 8">
              <a:extLst>
                <a:ext uri="{FF2B5EF4-FFF2-40B4-BE49-F238E27FC236}">
                  <a16:creationId xmlns:a16="http://schemas.microsoft.com/office/drawing/2014/main" id="{E7CFAF28-6FDA-4C2C-BE51-123D1115F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037" name="Freeform 9">
              <a:extLst>
                <a:ext uri="{FF2B5EF4-FFF2-40B4-BE49-F238E27FC236}">
                  <a16:creationId xmlns:a16="http://schemas.microsoft.com/office/drawing/2014/main" id="{1FD12703-0627-4991-B2A4-F96519F90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038" name="Freeform 10">
              <a:extLst>
                <a:ext uri="{FF2B5EF4-FFF2-40B4-BE49-F238E27FC236}">
                  <a16:creationId xmlns:a16="http://schemas.microsoft.com/office/drawing/2014/main" id="{A5758E0B-DF61-40A8-B765-BC6841906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039" name="Freeform 11">
              <a:extLst>
                <a:ext uri="{FF2B5EF4-FFF2-40B4-BE49-F238E27FC236}">
                  <a16:creationId xmlns:a16="http://schemas.microsoft.com/office/drawing/2014/main" id="{3E063A1F-9566-4436-B4E3-2890FBBC2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86507ACC-38BC-18D8-8D6D-79B638A35C1C}"/>
              </a:ext>
            </a:extLst>
          </p:cNvPr>
          <p:cNvSpPr>
            <a:spLocks noGrp="1"/>
          </p:cNvSpPr>
          <p:nvPr>
            <p:ph type="title"/>
          </p:nvPr>
        </p:nvSpPr>
        <p:spPr>
          <a:xfrm>
            <a:off x="1483924" y="228600"/>
            <a:ext cx="10016104" cy="1752599"/>
          </a:xfrm>
        </p:spPr>
        <p:txBody>
          <a:bodyPr vert="horz" lIns="91440" tIns="45720" rIns="91440" bIns="45720" rtlCol="0" anchor="ctr">
            <a:normAutofit/>
          </a:bodyPr>
          <a:lstStyle/>
          <a:p>
            <a:pPr defTabSz="457200"/>
            <a:r>
              <a:rPr lang="en-US" sz="4000" b="1" dirty="0">
                <a:latin typeface="Bierstadt" panose="020B0004020202020204" pitchFamily="34" charset="0"/>
              </a:rPr>
              <a:t>Code</a:t>
            </a:r>
          </a:p>
        </p:txBody>
      </p:sp>
      <p:pic>
        <p:nvPicPr>
          <p:cNvPr id="1028" name="Picture 4" descr="lines of HTML codes">
            <a:extLst>
              <a:ext uri="{FF2B5EF4-FFF2-40B4-BE49-F238E27FC236}">
                <a16:creationId xmlns:a16="http://schemas.microsoft.com/office/drawing/2014/main" id="{479C996D-B636-E3D6-E5D8-B8C2625F81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896492" y="2362200"/>
            <a:ext cx="3958180" cy="3429000"/>
          </a:xfrm>
          <a:prstGeom prst="roundRect">
            <a:avLst>
              <a:gd name="adj" fmla="val 4380"/>
            </a:avLst>
          </a:prstGeom>
          <a:no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3" name="Content Placeholder 2">
            <a:extLst>
              <a:ext uri="{FF2B5EF4-FFF2-40B4-BE49-F238E27FC236}">
                <a16:creationId xmlns:a16="http://schemas.microsoft.com/office/drawing/2014/main" id="{2D689523-851F-0FE2-BDF0-4DD23A0CF4A4}"/>
              </a:ext>
            </a:extLst>
          </p:cNvPr>
          <p:cNvSpPr>
            <a:spLocks noGrp="1"/>
          </p:cNvSpPr>
          <p:nvPr>
            <p:ph sz="half" idx="1"/>
          </p:nvPr>
        </p:nvSpPr>
        <p:spPr>
          <a:xfrm>
            <a:off x="6014769" y="2209799"/>
            <a:ext cx="5485258" cy="3886201"/>
          </a:xfrm>
        </p:spPr>
        <p:txBody>
          <a:bodyPr vert="horz" lIns="91440" tIns="45720" rIns="91440" bIns="45720" rtlCol="0" anchor="t">
            <a:noAutofit/>
          </a:bodyPr>
          <a:lstStyle/>
          <a:p>
            <a:pPr defTabSz="457200"/>
            <a:r>
              <a:rPr lang="en-US" sz="2400" dirty="0">
                <a:latin typeface="Bierstadt" panose="020B0004020202020204" pitchFamily="34" charset="0"/>
              </a:rPr>
              <a:t>The number of secondary micro bits used is proportional to the room size. For example, we will describe only two secondary micro bits and one main micro bit.</a:t>
            </a:r>
          </a:p>
          <a:p>
            <a:pPr defTabSz="457200"/>
            <a:r>
              <a:rPr lang="en-US" sz="2400" dirty="0">
                <a:latin typeface="Bierstadt" panose="020B0004020202020204" pitchFamily="34" charset="0"/>
              </a:rPr>
              <a:t>Secondary micro bit 1 will send signals each 5 minutes </a:t>
            </a:r>
          </a:p>
          <a:p>
            <a:pPr defTabSz="457200"/>
            <a:r>
              <a:rPr lang="en-US" sz="2400" dirty="0">
                <a:latin typeface="Bierstadt" panose="020B0004020202020204" pitchFamily="34" charset="0"/>
              </a:rPr>
              <a:t>Secondary micro bit 2 will send signals each 6 minutes</a:t>
            </a:r>
          </a:p>
        </p:txBody>
      </p:sp>
    </p:spTree>
    <p:extLst>
      <p:ext uri="{BB962C8B-B14F-4D97-AF65-F5344CB8AC3E}">
        <p14:creationId xmlns:p14="http://schemas.microsoft.com/office/powerpoint/2010/main" val="1493328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2055" name="Group 2054">
            <a:extLst>
              <a:ext uri="{FF2B5EF4-FFF2-40B4-BE49-F238E27FC236}">
                <a16:creationId xmlns:a16="http://schemas.microsoft.com/office/drawing/2014/main" id="{15FF890B-3CE7-403A-AECE-2DE04FC7AF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771" y="0"/>
            <a:ext cx="2436179" cy="6858001"/>
            <a:chOff x="1320800" y="0"/>
            <a:chExt cx="2436813" cy="6858001"/>
          </a:xfrm>
        </p:grpSpPr>
        <p:sp>
          <p:nvSpPr>
            <p:cNvPr id="2056" name="Freeform 6">
              <a:extLst>
                <a:ext uri="{FF2B5EF4-FFF2-40B4-BE49-F238E27FC236}">
                  <a16:creationId xmlns:a16="http://schemas.microsoft.com/office/drawing/2014/main" id="{99A4E160-6CFD-4514-9E20-CA6692CCD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2057" name="Freeform 7">
              <a:extLst>
                <a:ext uri="{FF2B5EF4-FFF2-40B4-BE49-F238E27FC236}">
                  <a16:creationId xmlns:a16="http://schemas.microsoft.com/office/drawing/2014/main" id="{3DCD16F5-8D15-45FD-BA62-ADAC08183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2058" name="Freeform 8">
              <a:extLst>
                <a:ext uri="{FF2B5EF4-FFF2-40B4-BE49-F238E27FC236}">
                  <a16:creationId xmlns:a16="http://schemas.microsoft.com/office/drawing/2014/main" id="{E7CFAF28-6FDA-4C2C-BE51-123D1115F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2059" name="Freeform 9">
              <a:extLst>
                <a:ext uri="{FF2B5EF4-FFF2-40B4-BE49-F238E27FC236}">
                  <a16:creationId xmlns:a16="http://schemas.microsoft.com/office/drawing/2014/main" id="{1FD12703-0627-4991-B2A4-F96519F90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060" name="Freeform 10">
              <a:extLst>
                <a:ext uri="{FF2B5EF4-FFF2-40B4-BE49-F238E27FC236}">
                  <a16:creationId xmlns:a16="http://schemas.microsoft.com/office/drawing/2014/main" id="{A5758E0B-DF61-40A8-B765-BC6841906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061" name="Freeform 11">
              <a:extLst>
                <a:ext uri="{FF2B5EF4-FFF2-40B4-BE49-F238E27FC236}">
                  <a16:creationId xmlns:a16="http://schemas.microsoft.com/office/drawing/2014/main" id="{3E063A1F-9566-4436-B4E3-2890FBBC2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12908400-53B5-ACC0-C6DB-16F719EDDC17}"/>
              </a:ext>
            </a:extLst>
          </p:cNvPr>
          <p:cNvSpPr>
            <a:spLocks noGrp="1"/>
          </p:cNvSpPr>
          <p:nvPr>
            <p:ph type="title"/>
          </p:nvPr>
        </p:nvSpPr>
        <p:spPr>
          <a:xfrm>
            <a:off x="1483924" y="228600"/>
            <a:ext cx="10016104" cy="1752599"/>
          </a:xfrm>
        </p:spPr>
        <p:txBody>
          <a:bodyPr vert="horz" lIns="91440" tIns="45720" rIns="91440" bIns="45720" rtlCol="0" anchor="ctr">
            <a:normAutofit/>
          </a:bodyPr>
          <a:lstStyle/>
          <a:p>
            <a:pPr defTabSz="457200"/>
            <a:r>
              <a:rPr lang="en-US" sz="4000" b="1" dirty="0">
                <a:latin typeface="Bierstadt" panose="020B0004020202020204" pitchFamily="34" charset="0"/>
              </a:rPr>
              <a:t>Future Works</a:t>
            </a:r>
          </a:p>
        </p:txBody>
      </p:sp>
      <p:pic>
        <p:nvPicPr>
          <p:cNvPr id="2050" name="Picture 2" descr="Top Advantages and Disadvantages of Artificial Intelligence [2022 Edition]">
            <a:extLst>
              <a:ext uri="{FF2B5EF4-FFF2-40B4-BE49-F238E27FC236}">
                <a16:creationId xmlns:a16="http://schemas.microsoft.com/office/drawing/2014/main" id="{D5D5453D-8612-8C27-168A-C860AB8AB3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114" r="8910" b="1"/>
          <a:stretch/>
        </p:blipFill>
        <p:spPr bwMode="auto">
          <a:xfrm>
            <a:off x="2152087" y="2285999"/>
            <a:ext cx="3789925" cy="3733801"/>
          </a:xfrm>
          <a:prstGeom prst="roundRect">
            <a:avLst>
              <a:gd name="adj" fmla="val 4380"/>
            </a:avLst>
          </a:prstGeom>
          <a:solidFill>
            <a:srgbClr val="FFFFFF"/>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3" name="Content Placeholder 2">
            <a:extLst>
              <a:ext uri="{FF2B5EF4-FFF2-40B4-BE49-F238E27FC236}">
                <a16:creationId xmlns:a16="http://schemas.microsoft.com/office/drawing/2014/main" id="{4E09C918-151B-4F06-D157-6A422BC1D542}"/>
              </a:ext>
            </a:extLst>
          </p:cNvPr>
          <p:cNvSpPr>
            <a:spLocks noGrp="1"/>
          </p:cNvSpPr>
          <p:nvPr>
            <p:ph sz="half" idx="1"/>
          </p:nvPr>
        </p:nvSpPr>
        <p:spPr>
          <a:xfrm>
            <a:off x="6014770" y="2057401"/>
            <a:ext cx="5485258" cy="3810001"/>
          </a:xfrm>
        </p:spPr>
        <p:txBody>
          <a:bodyPr vert="horz" lIns="91440" tIns="45720" rIns="91440" bIns="45720" rtlCol="0" anchor="t">
            <a:noAutofit/>
          </a:bodyPr>
          <a:lstStyle/>
          <a:p>
            <a:pPr defTabSz="457200">
              <a:lnSpc>
                <a:spcPct val="90000"/>
              </a:lnSpc>
            </a:pPr>
            <a:r>
              <a:rPr lang="en-US" sz="2000" dirty="0">
                <a:latin typeface="Bierstadt" panose="020B0004020202020204" pitchFamily="34" charset="0"/>
              </a:rPr>
              <a:t>Advance the sensing system with more chemical product sensors like nicotine and monoxide Carbone….</a:t>
            </a:r>
          </a:p>
          <a:p>
            <a:pPr defTabSz="457200">
              <a:lnSpc>
                <a:spcPct val="90000"/>
              </a:lnSpc>
            </a:pPr>
            <a:r>
              <a:rPr lang="en-US" sz="2000" dirty="0">
                <a:latin typeface="Bierstadt" panose="020B0004020202020204" pitchFamily="34" charset="0"/>
              </a:rPr>
              <a:t>Automating the reactions using AI to take the preferred action by analyzing the environment (if it's cold outside it doesn’t open the windows) and the situation (calculated levels).</a:t>
            </a:r>
          </a:p>
          <a:p>
            <a:pPr defTabSz="457200">
              <a:lnSpc>
                <a:spcPct val="90000"/>
              </a:lnSpc>
            </a:pPr>
            <a:r>
              <a:rPr lang="en-US" sz="2000" dirty="0">
                <a:latin typeface="Bierstadt" panose="020B0004020202020204" pitchFamily="34" charset="0"/>
              </a:rPr>
              <a:t>Connecting the system to an app so it becomes accessible by all the staff not only the worker in the control room.</a:t>
            </a:r>
          </a:p>
          <a:p>
            <a:pPr defTabSz="457200">
              <a:lnSpc>
                <a:spcPct val="90000"/>
              </a:lnSpc>
            </a:pPr>
            <a:r>
              <a:rPr lang="en-US" sz="2000" dirty="0">
                <a:latin typeface="Bierstadt" panose="020B0004020202020204" pitchFamily="34" charset="0"/>
              </a:rPr>
              <a:t>Upgrade the system to have more implementations like in hospitals and houses….</a:t>
            </a:r>
          </a:p>
        </p:txBody>
      </p:sp>
    </p:spTree>
    <p:extLst>
      <p:ext uri="{BB962C8B-B14F-4D97-AF65-F5344CB8AC3E}">
        <p14:creationId xmlns:p14="http://schemas.microsoft.com/office/powerpoint/2010/main" val="4224104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2757-8EFD-DB01-A91F-B7864AEB2E6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97498172-4F59-CD8A-10E5-02233A1DE780}"/>
              </a:ext>
            </a:extLst>
          </p:cNvPr>
          <p:cNvSpPr>
            <a:spLocks noGrp="1"/>
          </p:cNvSpPr>
          <p:nvPr>
            <p:ph idx="1"/>
          </p:nvPr>
        </p:nvSpPr>
        <p:spPr>
          <a:xfrm>
            <a:off x="1483924" y="2667000"/>
            <a:ext cx="10016104" cy="3276600"/>
          </a:xfrm>
        </p:spPr>
        <p:txBody>
          <a:bodyPr/>
          <a:lstStyle/>
          <a:p>
            <a:r>
              <a:rPr lang="en-US" b="0" i="0" dirty="0" err="1">
                <a:solidFill>
                  <a:srgbClr val="212121"/>
                </a:solidFill>
                <a:effectLst/>
                <a:latin typeface="BlinkMacSystemFont"/>
              </a:rPr>
              <a:t>Famoroti</a:t>
            </a:r>
            <a:r>
              <a:rPr lang="en-US" b="0" i="0" dirty="0">
                <a:solidFill>
                  <a:srgbClr val="212121"/>
                </a:solidFill>
                <a:effectLst/>
                <a:latin typeface="BlinkMacSystemFont"/>
              </a:rPr>
              <a:t>, T., Sibanda, W., &amp; </a:t>
            </a:r>
            <a:r>
              <a:rPr lang="en-US" b="0" i="0" dirty="0" err="1">
                <a:solidFill>
                  <a:srgbClr val="212121"/>
                </a:solidFill>
                <a:effectLst/>
                <a:latin typeface="BlinkMacSystemFont"/>
              </a:rPr>
              <a:t>Ndung'u</a:t>
            </a:r>
            <a:r>
              <a:rPr lang="en-US" b="0" i="0" dirty="0">
                <a:solidFill>
                  <a:srgbClr val="212121"/>
                </a:solidFill>
                <a:effectLst/>
                <a:latin typeface="BlinkMacSystemFont"/>
              </a:rPr>
              <a:t>, T. (2018). Prevalence and seasonality of common viral respiratory pathogens, including Cytomegalovirus in children, between 0-5 years of age in KwaZulu-Natal, an HIV endemic province in South Africa. </a:t>
            </a:r>
            <a:r>
              <a:rPr lang="en-US" b="0" i="1" dirty="0">
                <a:solidFill>
                  <a:srgbClr val="212121"/>
                </a:solidFill>
                <a:effectLst/>
                <a:latin typeface="BlinkMacSystemFont"/>
              </a:rPr>
              <a:t>BMC pediatrics</a:t>
            </a:r>
            <a:r>
              <a:rPr lang="en-US" b="0" i="0" dirty="0">
                <a:solidFill>
                  <a:srgbClr val="212121"/>
                </a:solidFill>
                <a:effectLst/>
                <a:latin typeface="BlinkMacSystemFont"/>
              </a:rPr>
              <a:t>, </a:t>
            </a:r>
            <a:r>
              <a:rPr lang="en-US" b="0" i="1" dirty="0">
                <a:solidFill>
                  <a:srgbClr val="212121"/>
                </a:solidFill>
                <a:effectLst/>
                <a:latin typeface="BlinkMacSystemFont"/>
              </a:rPr>
              <a:t>18</a:t>
            </a:r>
            <a:r>
              <a:rPr lang="en-US" b="0" i="0" dirty="0">
                <a:solidFill>
                  <a:srgbClr val="212121"/>
                </a:solidFill>
                <a:effectLst/>
                <a:latin typeface="BlinkMacSystemFont"/>
              </a:rPr>
              <a:t>(1), 240. </a:t>
            </a:r>
            <a:r>
              <a:rPr lang="en-US" b="0" i="0" dirty="0">
                <a:solidFill>
                  <a:srgbClr val="212121"/>
                </a:solidFill>
                <a:effectLst/>
                <a:latin typeface="BlinkMacSystemFont"/>
                <a:hlinkClick r:id="rId2"/>
              </a:rPr>
              <a:t>https://doi.org/10.1186/s12887-018-1222-8</a:t>
            </a:r>
            <a:endParaRPr lang="en-US" b="0" i="0" dirty="0">
              <a:solidFill>
                <a:srgbClr val="212121"/>
              </a:solidFill>
              <a:effectLst/>
              <a:latin typeface="BlinkMacSystemFont"/>
            </a:endParaRPr>
          </a:p>
          <a:p>
            <a:endParaRPr lang="en-US" b="0" i="0" dirty="0">
              <a:solidFill>
                <a:srgbClr val="212121"/>
              </a:solidFill>
              <a:effectLst/>
              <a:latin typeface="BlinkMacSystemFont"/>
            </a:endParaRPr>
          </a:p>
          <a:p>
            <a:endParaRPr lang="en-US" dirty="0"/>
          </a:p>
        </p:txBody>
      </p:sp>
    </p:spTree>
    <p:extLst>
      <p:ext uri="{BB962C8B-B14F-4D97-AF65-F5344CB8AC3E}">
        <p14:creationId xmlns:p14="http://schemas.microsoft.com/office/powerpoint/2010/main" val="1131742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ulminata Robotics (@FulminataR) / Twitter">
            <a:extLst>
              <a:ext uri="{FF2B5EF4-FFF2-40B4-BE49-F238E27FC236}">
                <a16:creationId xmlns:a16="http://schemas.microsoft.com/office/drawing/2014/main" id="{314EF8FF-171C-424D-27F7-A0B9E34AF3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
          <a:stretch/>
        </p:blipFill>
        <p:spPr bwMode="auto">
          <a:xfrm>
            <a:off x="20" y="10"/>
            <a:ext cx="12188805" cy="6857990"/>
          </a:xfrm>
          <a:prstGeom prst="rect">
            <a:avLst/>
          </a:prstGeom>
          <a:solidFill>
            <a:srgbClr val="FFFFFF"/>
          </a:solidFill>
        </p:spPr>
      </p:pic>
    </p:spTree>
    <p:extLst>
      <p:ext uri="{BB962C8B-B14F-4D97-AF65-F5344CB8AC3E}">
        <p14:creationId xmlns:p14="http://schemas.microsoft.com/office/powerpoint/2010/main" val="1166736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3.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Parallax</Template>
  <TotalTime>2356</TotalTime>
  <Words>974</Words>
  <Application>Microsoft Office PowerPoint</Application>
  <PresentationFormat>Custom</PresentationFormat>
  <Paragraphs>92</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Bierstadt</vt:lpstr>
      <vt:lpstr>BlinkMacSystemFont</vt:lpstr>
      <vt:lpstr>Calibri</vt:lpstr>
      <vt:lpstr>Corbel</vt:lpstr>
      <vt:lpstr>Wingdings</vt:lpstr>
      <vt:lpstr>Parallax</vt:lpstr>
      <vt:lpstr>ROOM-MONITORING SYSTEM</vt:lpstr>
      <vt:lpstr>ABOUT ME</vt:lpstr>
      <vt:lpstr>PROBLEM</vt:lpstr>
      <vt:lpstr>ANNUAL CIGARETTE SMOKING-RELATED MORTALITY IN THE UNITED STATES, 2005–2009 </vt:lpstr>
      <vt:lpstr>SOLUTION</vt:lpstr>
      <vt:lpstr>PROJECT IDEA</vt:lpstr>
      <vt:lpstr>Design (1)</vt:lpstr>
      <vt:lpstr> Design (2)</vt:lpstr>
      <vt:lpstr>PowerPoint Presentation</vt:lpstr>
      <vt:lpstr>Micro bit network</vt:lpstr>
      <vt:lpstr>System Settings</vt:lpstr>
      <vt:lpstr>Micro bit Network</vt:lpstr>
      <vt:lpstr>PowerPoint Presentation</vt:lpstr>
      <vt:lpstr>Micro bit Network</vt:lpstr>
      <vt:lpstr>Micro bit Network</vt:lpstr>
      <vt:lpstr>PowerPoint Presentation</vt:lpstr>
      <vt:lpstr>Reaction Guide</vt:lpstr>
      <vt:lpstr>Code</vt:lpstr>
      <vt:lpstr>Future Works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ROOM-MONITORING SYSTEM</dc:title>
  <dc:creator>Ali Darwich Ismail</dc:creator>
  <cp:lastModifiedBy>Ali Ismail</cp:lastModifiedBy>
  <cp:revision>51</cp:revision>
  <dcterms:created xsi:type="dcterms:W3CDTF">2022-05-13T18:34:22Z</dcterms:created>
  <dcterms:modified xsi:type="dcterms:W3CDTF">2023-05-06T13:38:16Z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